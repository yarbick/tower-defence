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83" r:id="rId14"/>
    <p:sldId id="280" r:id="rId15"/>
    <p:sldId id="281" r:id="rId16"/>
    <p:sldId id="282" r:id="rId17"/>
    <p:sldId id="269" r:id="rId18"/>
    <p:sldId id="270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4" r:id="rId28"/>
    <p:sldId id="285" r:id="rId29"/>
    <p:sldId id="286" r:id="rId30"/>
    <p:sldId id="287" r:id="rId31"/>
    <p:sldId id="290" r:id="rId32"/>
    <p:sldId id="291" r:id="rId33"/>
    <p:sldId id="292" r:id="rId34"/>
    <p:sldId id="293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аида Ярбилова" initials="СЯ" lastIdx="1" clrIdx="0">
    <p:extLst>
      <p:ext uri="{19B8F6BF-5375-455C-9EA6-DF929625EA0E}">
        <p15:presenceInfo xmlns:p15="http://schemas.microsoft.com/office/powerpoint/2012/main" userId="fa2a1fb9294dee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A1A"/>
    <a:srgbClr val="F2A000"/>
    <a:srgbClr val="D60000"/>
    <a:srgbClr val="E7D500"/>
    <a:srgbClr val="A9DB00"/>
    <a:srgbClr val="4100CE"/>
    <a:srgbClr val="13AB00"/>
    <a:srgbClr val="F40000"/>
    <a:srgbClr val="00CBAE"/>
    <a:srgbClr val="520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diagrams/_rels/data6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microsoft.com/office/2007/relationships/hdphoto" Target="../media/hdphoto1.wdp"/><Relationship Id="rId1" Type="http://schemas.openxmlformats.org/officeDocument/2006/relationships/image" Target="../media/image15.png"/><Relationship Id="rId6" Type="http://schemas.microsoft.com/office/2007/relationships/hdphoto" Target="../media/hdphoto3.wdp"/><Relationship Id="rId5" Type="http://schemas.openxmlformats.org/officeDocument/2006/relationships/image" Target="../media/image17.png"/><Relationship Id="rId4" Type="http://schemas.microsoft.com/office/2007/relationships/hdphoto" Target="../media/hdphoto2.wdp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microsoft.com/office/2007/relationships/hdphoto" Target="../media/hdphoto5.wdp"/><Relationship Id="rId1" Type="http://schemas.openxmlformats.org/officeDocument/2006/relationships/image" Target="../media/image20.png"/><Relationship Id="rId6" Type="http://schemas.microsoft.com/office/2007/relationships/hdphoto" Target="../media/hdphoto7.wdp"/><Relationship Id="rId5" Type="http://schemas.openxmlformats.org/officeDocument/2006/relationships/image" Target="../media/image22.png"/><Relationship Id="rId4" Type="http://schemas.microsoft.com/office/2007/relationships/hdphoto" Target="../media/hdphoto6.wdp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diagrams/_rels/drawing6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microsoft.com/office/2007/relationships/hdphoto" Target="../media/hdphoto1.wdp"/><Relationship Id="rId1" Type="http://schemas.openxmlformats.org/officeDocument/2006/relationships/image" Target="../media/image15.png"/><Relationship Id="rId6" Type="http://schemas.microsoft.com/office/2007/relationships/hdphoto" Target="../media/hdphoto3.wdp"/><Relationship Id="rId5" Type="http://schemas.openxmlformats.org/officeDocument/2006/relationships/image" Target="../media/image17.png"/><Relationship Id="rId4" Type="http://schemas.microsoft.com/office/2007/relationships/hdphoto" Target="../media/hdphoto2.wdp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microsoft.com/office/2007/relationships/hdphoto" Target="../media/hdphoto5.wdp"/><Relationship Id="rId1" Type="http://schemas.openxmlformats.org/officeDocument/2006/relationships/image" Target="../media/image20.png"/><Relationship Id="rId6" Type="http://schemas.microsoft.com/office/2007/relationships/hdphoto" Target="../media/hdphoto7.wdp"/><Relationship Id="rId5" Type="http://schemas.openxmlformats.org/officeDocument/2006/relationships/image" Target="../media/image22.png"/><Relationship Id="rId4" Type="http://schemas.microsoft.com/office/2007/relationships/hdphoto" Target="../media/hdphoto6.wdp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834E3-F2B9-4B5B-9A3A-276F4E0B34E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74BF799-0619-423F-A6AF-396034FD594E}">
      <dgm:prSet phldrT="[Текст]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3600" dirty="0">
              <a:latin typeface="Bahnschrift SemiBold" panose="020B0502040204020203" pitchFamily="34" charset="0"/>
            </a:rPr>
            <a:t>Arcade</a:t>
          </a:r>
          <a:endParaRPr lang="ru-RU" sz="3600" dirty="0">
            <a:latin typeface="Bahnschrift SemiBold" panose="020B0502040204020203" pitchFamily="34" charset="0"/>
          </a:endParaRPr>
        </a:p>
      </dgm:t>
    </dgm:pt>
    <dgm:pt modelId="{502A985D-DE7C-4E03-97D8-0754A5A44B09}" type="parTrans" cxnId="{F7DCD310-5B71-4F96-8F76-A90EA2324CEE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2203F554-B4FB-4AB7-ABFB-F23F1836F92A}" type="sibTrans" cxnId="{F7DCD310-5B71-4F96-8F76-A90EA2324CEE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3E826806-6886-45B6-B56C-E6D232A801C1}">
      <dgm:prSet custT="1"/>
      <dgm:spPr/>
      <dgm:t>
        <a:bodyPr/>
        <a:lstStyle/>
        <a:p>
          <a:pPr>
            <a:buNone/>
          </a:pPr>
          <a:r>
            <a:rPr lang="ru-RU" sz="3600" baseline="0" dirty="0">
              <a:latin typeface="Bahnschrift SemiBold" panose="020B0502040204020203" pitchFamily="34" charset="0"/>
            </a:rPr>
            <a:t>Библиотека для игр</a:t>
          </a:r>
        </a:p>
      </dgm:t>
    </dgm:pt>
    <dgm:pt modelId="{5EA22888-0E76-4D88-A8CE-9C308F03C891}" type="parTrans" cxnId="{CF24A63F-571C-4D35-86FB-0F3DDA9A0403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EFD0AB1E-2004-4611-B104-0533557455E6}" type="sibTrans" cxnId="{CF24A63F-571C-4D35-86FB-0F3DDA9A0403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B41C0C80-3D4C-4F6A-A587-A7DE44FC8825}">
      <dgm:prSet phldrT="[Текст]" custT="1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3600" dirty="0">
              <a:latin typeface="Bahnschrift SemiBold" panose="020B0502040204020203" pitchFamily="34" charset="0"/>
            </a:rPr>
            <a:t>Csv</a:t>
          </a:r>
          <a:endParaRPr lang="ru-RU" sz="3600" dirty="0">
            <a:latin typeface="Bahnschrift SemiBold" panose="020B0502040204020203" pitchFamily="34" charset="0"/>
          </a:endParaRPr>
        </a:p>
      </dgm:t>
    </dgm:pt>
    <dgm:pt modelId="{F9468ACA-55E8-4114-8AAD-5FF873A09CDC}" type="parTrans" cxnId="{C58CBB6A-FBB6-4A5A-89B9-442D0FBC6DB8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B6996DAB-CD19-4806-B091-D7C27FA166DF}" type="sibTrans" cxnId="{C58CBB6A-FBB6-4A5A-89B9-442D0FBC6DB8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35AF0CF5-F71E-4F0F-A337-F09533E76DD3}">
      <dgm:prSet custT="1"/>
      <dgm:spPr/>
      <dgm:t>
        <a:bodyPr/>
        <a:lstStyle/>
        <a:p>
          <a:pPr>
            <a:buNone/>
          </a:pPr>
          <a:r>
            <a:rPr lang="ru-RU" sz="3600" baseline="0" dirty="0">
              <a:latin typeface="Bahnschrift SemiBold" panose="020B0502040204020203" pitchFamily="34" charset="0"/>
            </a:rPr>
            <a:t>Библиотека для работы с </a:t>
          </a:r>
          <a:r>
            <a:rPr lang="en-US" sz="3600" baseline="0" dirty="0">
              <a:latin typeface="Bahnschrift SemiBold" panose="020B0502040204020203" pitchFamily="34" charset="0"/>
            </a:rPr>
            <a:t>csv</a:t>
          </a:r>
          <a:endParaRPr lang="ru-RU" sz="3600" baseline="0" dirty="0">
            <a:latin typeface="Bahnschrift SemiBold" panose="020B0502040204020203" pitchFamily="34" charset="0"/>
          </a:endParaRPr>
        </a:p>
      </dgm:t>
    </dgm:pt>
    <dgm:pt modelId="{B6883460-B3C1-4274-BED1-9D8A0E48B805}" type="parTrans" cxnId="{2B4B128C-96E7-40EB-A0DC-C0CE23A363EA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3116C093-56B0-491C-B252-7A9849A39BF7}" type="sibTrans" cxnId="{2B4B128C-96E7-40EB-A0DC-C0CE23A363EA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D5150B9E-ECC5-44A5-8010-4B39B47EED0D}">
      <dgm:prSet phldrT="[Текст]" custT="1">
        <dgm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3600" dirty="0">
              <a:latin typeface="Bahnschrift SemiBold" panose="020B0502040204020203" pitchFamily="34" charset="0"/>
            </a:rPr>
            <a:t>Math</a:t>
          </a:r>
          <a:endParaRPr lang="ru-RU" sz="3600" dirty="0">
            <a:latin typeface="Bahnschrift SemiBold" panose="020B0502040204020203" pitchFamily="34" charset="0"/>
          </a:endParaRPr>
        </a:p>
      </dgm:t>
    </dgm:pt>
    <dgm:pt modelId="{7E1C8F34-0B4A-4DEB-969F-30F4E7E00B6C}" type="parTrans" cxnId="{828028E7-F167-483C-984E-3D8D836F9253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6DCA7D0A-FC84-4FE8-BF2F-57A5095933A2}" type="sibTrans" cxnId="{828028E7-F167-483C-984E-3D8D836F9253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9AB80449-451A-4F0B-9122-3E683B75E022}">
      <dgm:prSet custT="1"/>
      <dgm:spPr/>
      <dgm:t>
        <a:bodyPr/>
        <a:lstStyle/>
        <a:p>
          <a:pPr>
            <a:buNone/>
          </a:pPr>
          <a:r>
            <a:rPr lang="ru-RU" sz="3600" baseline="0" dirty="0">
              <a:latin typeface="Bahnschrift SemiBold" panose="020B0502040204020203" pitchFamily="34" charset="0"/>
            </a:rPr>
            <a:t>Математические расчёты</a:t>
          </a:r>
        </a:p>
      </dgm:t>
    </dgm:pt>
    <dgm:pt modelId="{45FD5041-4CCF-4EE8-B0C7-0E3FCE73B900}" type="parTrans" cxnId="{198729B0-708B-475F-B4CE-C56D01B7673F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D3BBEF97-2A52-4A7B-948A-B8AE21D8B739}" type="sibTrans" cxnId="{198729B0-708B-475F-B4CE-C56D01B7673F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08E1BBC5-2FA3-462E-BB1E-CF80E96A889B}">
      <dgm:prSet custT="1"/>
      <dgm:spPr/>
      <dgm:t>
        <a:bodyPr/>
        <a:lstStyle/>
        <a:p>
          <a:endParaRPr lang="ru-RU" sz="3600" dirty="0">
            <a:latin typeface="Bahnschrift SemiBold" panose="020B0502040204020203" pitchFamily="34" charset="0"/>
          </a:endParaRPr>
        </a:p>
      </dgm:t>
    </dgm:pt>
    <dgm:pt modelId="{F9B3CC14-DEED-4B88-8F6C-8D46CC51C8F4}" type="parTrans" cxnId="{FFF69C87-6F2C-4A6A-8573-A06A755AAC4A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D1676C45-47F4-4712-BC9B-0B9659B398BA}" type="sibTrans" cxnId="{FFF69C87-6F2C-4A6A-8573-A06A755AAC4A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BD27A2D2-0780-4725-A377-E38F2CACCFBD}">
      <dgm:prSet phldrT="[Текст]" custT="1">
        <dgm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dgm:style>
      </dgm:prSet>
      <dgm:spPr>
        <a:solidFill>
          <a:srgbClr val="FF0000"/>
        </a:solidFill>
      </dgm:spPr>
      <dgm:t>
        <a:bodyPr/>
        <a:lstStyle/>
        <a:p>
          <a:r>
            <a:rPr lang="en-US" sz="3600" dirty="0" err="1">
              <a:latin typeface="Bahnschrift SemiBold" panose="020B0502040204020203" pitchFamily="34" charset="0"/>
            </a:rPr>
            <a:t>Pyinstaller</a:t>
          </a:r>
          <a:endParaRPr lang="ru-RU" sz="3600" dirty="0">
            <a:latin typeface="Bahnschrift SemiBold" panose="020B0502040204020203" pitchFamily="34" charset="0"/>
          </a:endParaRPr>
        </a:p>
      </dgm:t>
    </dgm:pt>
    <dgm:pt modelId="{2FD73921-936A-4C24-BDF1-564A201541B9}" type="parTrans" cxnId="{603C977D-FCE7-4AF7-80EB-462F81C6716F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CB63C498-EAC7-450F-8F52-4BF626E90828}" type="sibTrans" cxnId="{603C977D-FCE7-4AF7-80EB-462F81C6716F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605E9AB4-D53A-451B-82BC-5167F8C799EF}">
      <dgm:prSet custT="1"/>
      <dgm:spPr/>
      <dgm:t>
        <a:bodyPr/>
        <a:lstStyle/>
        <a:p>
          <a:pPr>
            <a:buNone/>
          </a:pPr>
          <a:r>
            <a:rPr lang="ru-RU" sz="3600" dirty="0">
              <a:latin typeface="Bahnschrift SemiBold" panose="020B0502040204020203" pitchFamily="34" charset="0"/>
            </a:rPr>
            <a:t>Работа с классами</a:t>
          </a:r>
        </a:p>
      </dgm:t>
    </dgm:pt>
    <dgm:pt modelId="{84F2E6E2-7F07-4ABB-B1BF-C3A6DFCEABA5}" type="parTrans" cxnId="{45927FF1-DB4D-48B9-AA97-047272E1CBD2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BAFAA47F-9D87-4632-8605-065CAF0B8B6A}" type="sibTrans" cxnId="{45927FF1-DB4D-48B9-AA97-047272E1CBD2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0157952D-3678-49F0-A412-F2C6F2D29668}">
      <dgm:prSet phldrT="[Текст]" custT="1">
        <dgm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3600" dirty="0">
              <a:latin typeface="Bahnschrift SemiBold" panose="020B0502040204020203" pitchFamily="34" charset="0"/>
            </a:rPr>
            <a:t>Inspect</a:t>
          </a:r>
          <a:endParaRPr lang="ru-RU" sz="3600" dirty="0">
            <a:latin typeface="Bahnschrift SemiBold" panose="020B0502040204020203" pitchFamily="34" charset="0"/>
          </a:endParaRPr>
        </a:p>
      </dgm:t>
    </dgm:pt>
    <dgm:pt modelId="{0687F695-0A53-46E4-A733-457155E13A14}" type="parTrans" cxnId="{E944B493-2091-4A59-A14A-29126B421C3C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6AF50EC0-F77A-4508-8CBF-4D74D1785318}" type="sibTrans" cxnId="{E944B493-2091-4A59-A14A-29126B421C3C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3FE99869-932C-48EE-920E-4B1532987175}">
      <dgm:prSet custT="1"/>
      <dgm:spPr/>
      <dgm:t>
        <a:bodyPr/>
        <a:lstStyle/>
        <a:p>
          <a:pPr>
            <a:buNone/>
          </a:pPr>
          <a:r>
            <a:rPr lang="ru-RU" sz="3600" dirty="0">
              <a:latin typeface="Bahnschrift SemiBold" panose="020B0502040204020203" pitchFamily="34" charset="0"/>
            </a:rPr>
            <a:t>Сборка проекта в </a:t>
          </a:r>
          <a:r>
            <a:rPr lang="en-US" sz="3600" dirty="0">
              <a:latin typeface="Bahnschrift SemiBold" panose="020B0502040204020203" pitchFamily="34" charset="0"/>
            </a:rPr>
            <a:t>exe</a:t>
          </a:r>
          <a:endParaRPr lang="ru-RU" sz="3600" dirty="0">
            <a:latin typeface="Bahnschrift SemiBold" panose="020B0502040204020203" pitchFamily="34" charset="0"/>
          </a:endParaRPr>
        </a:p>
      </dgm:t>
    </dgm:pt>
    <dgm:pt modelId="{2BD308E3-1A82-4CC4-BB90-0B36113D6941}" type="parTrans" cxnId="{38FFF2DD-69CA-408C-8028-5580590D5003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823BC253-CF7B-4CB9-8F2C-E5ED31AA3303}" type="sibTrans" cxnId="{38FFF2DD-69CA-408C-8028-5580590D5003}">
      <dgm:prSet/>
      <dgm:spPr/>
      <dgm:t>
        <a:bodyPr/>
        <a:lstStyle/>
        <a:p>
          <a:endParaRPr lang="ru-RU" sz="3600">
            <a:latin typeface="Bahnschrift SemiBold" panose="020B0502040204020203" pitchFamily="34" charset="0"/>
          </a:endParaRPr>
        </a:p>
      </dgm:t>
    </dgm:pt>
    <dgm:pt modelId="{2AD10662-FEEE-460E-936B-ECF53E9F7C0F}" type="pres">
      <dgm:prSet presAssocID="{E9F834E3-F2B9-4B5B-9A3A-276F4E0B34E2}" presName="Name0" presStyleCnt="0">
        <dgm:presLayoutVars>
          <dgm:dir/>
          <dgm:animLvl val="lvl"/>
          <dgm:resizeHandles/>
        </dgm:presLayoutVars>
      </dgm:prSet>
      <dgm:spPr/>
    </dgm:pt>
    <dgm:pt modelId="{F2A6C3E4-A332-41B1-992E-75F1137EE61F}" type="pres">
      <dgm:prSet presAssocID="{F74BF799-0619-423F-A6AF-396034FD594E}" presName="linNode" presStyleCnt="0"/>
      <dgm:spPr/>
    </dgm:pt>
    <dgm:pt modelId="{0ADECD57-5E5A-4BCC-A630-EDEDB5DF5E8B}" type="pres">
      <dgm:prSet presAssocID="{F74BF799-0619-423F-A6AF-396034FD594E}" presName="parentShp" presStyleLbl="node1" presStyleIdx="0" presStyleCnt="5" custScaleX="100000">
        <dgm:presLayoutVars>
          <dgm:bulletEnabled val="1"/>
        </dgm:presLayoutVars>
      </dgm:prSet>
      <dgm:spPr>
        <a:prstGeom prst="snip1Rect">
          <a:avLst/>
        </a:prstGeom>
      </dgm:spPr>
    </dgm:pt>
    <dgm:pt modelId="{AD5C5EF2-4B8C-4F83-83A0-0D1977F42CAC}" type="pres">
      <dgm:prSet presAssocID="{F74BF799-0619-423F-A6AF-396034FD594E}" presName="childShp" presStyleLbl="bgAccFollowNode1" presStyleIdx="0" presStyleCnt="5" custScaleX="99954" custScaleY="88941" custLinFactNeighborX="-709" custLinFactNeighborY="2115">
        <dgm:presLayoutVars>
          <dgm:bulletEnabled val="1"/>
        </dgm:presLayoutVars>
      </dgm:prSet>
      <dgm:spPr>
        <a:prstGeom prst="snip2SameRect">
          <a:avLst/>
        </a:prstGeom>
      </dgm:spPr>
    </dgm:pt>
    <dgm:pt modelId="{A95A3CCE-ACA8-4496-BDE5-B46B31E02F65}" type="pres">
      <dgm:prSet presAssocID="{2203F554-B4FB-4AB7-ABFB-F23F1836F92A}" presName="spacing" presStyleCnt="0"/>
      <dgm:spPr/>
    </dgm:pt>
    <dgm:pt modelId="{3A271F1B-15B6-4845-B9EF-5D3264926AE6}" type="pres">
      <dgm:prSet presAssocID="{B41C0C80-3D4C-4F6A-A587-A7DE44FC8825}" presName="linNode" presStyleCnt="0"/>
      <dgm:spPr/>
    </dgm:pt>
    <dgm:pt modelId="{D0ABBB12-22E2-4518-91EB-C54AF0E99CD1}" type="pres">
      <dgm:prSet presAssocID="{B41C0C80-3D4C-4F6A-A587-A7DE44FC8825}" presName="parentShp" presStyleLbl="node1" presStyleIdx="1" presStyleCnt="5" custScaleX="100000">
        <dgm:presLayoutVars>
          <dgm:bulletEnabled val="1"/>
        </dgm:presLayoutVars>
      </dgm:prSet>
      <dgm:spPr>
        <a:prstGeom prst="snip1Rect">
          <a:avLst/>
        </a:prstGeom>
      </dgm:spPr>
    </dgm:pt>
    <dgm:pt modelId="{54AB28E3-682A-4BC8-80F1-F117C151CB89}" type="pres">
      <dgm:prSet presAssocID="{B41C0C80-3D4C-4F6A-A587-A7DE44FC8825}" presName="childShp" presStyleLbl="bgAccFollowNode1" presStyleIdx="1" presStyleCnt="5" custScaleX="99954" custScaleY="88941" custLinFactNeighborX="-709" custLinFactNeighborY="2115">
        <dgm:presLayoutVars>
          <dgm:bulletEnabled val="1"/>
        </dgm:presLayoutVars>
      </dgm:prSet>
      <dgm:spPr>
        <a:prstGeom prst="snip2SameRect">
          <a:avLst/>
        </a:prstGeom>
      </dgm:spPr>
    </dgm:pt>
    <dgm:pt modelId="{EBE5546F-BB6D-4B4D-8574-1CA7C30510B2}" type="pres">
      <dgm:prSet presAssocID="{B6996DAB-CD19-4806-B091-D7C27FA166DF}" presName="spacing" presStyleCnt="0"/>
      <dgm:spPr/>
    </dgm:pt>
    <dgm:pt modelId="{7080E9D8-A15D-470B-9AA5-705AD87EA216}" type="pres">
      <dgm:prSet presAssocID="{D5150B9E-ECC5-44A5-8010-4B39B47EED0D}" presName="linNode" presStyleCnt="0"/>
      <dgm:spPr/>
    </dgm:pt>
    <dgm:pt modelId="{5E8F478A-AF2E-4D9D-A991-0B51C8358ECF}" type="pres">
      <dgm:prSet presAssocID="{D5150B9E-ECC5-44A5-8010-4B39B47EED0D}" presName="parentShp" presStyleLbl="node1" presStyleIdx="2" presStyleCnt="5" custScaleX="100000">
        <dgm:presLayoutVars>
          <dgm:bulletEnabled val="1"/>
        </dgm:presLayoutVars>
      </dgm:prSet>
      <dgm:spPr>
        <a:prstGeom prst="snip1Rect">
          <a:avLst/>
        </a:prstGeom>
      </dgm:spPr>
    </dgm:pt>
    <dgm:pt modelId="{479D21DA-593E-4B55-A7B7-60778CEAE95E}" type="pres">
      <dgm:prSet presAssocID="{D5150B9E-ECC5-44A5-8010-4B39B47EED0D}" presName="childShp" presStyleLbl="bgAccFollowNode1" presStyleIdx="2" presStyleCnt="5" custScaleX="99954" custScaleY="88941" custLinFactNeighborX="-709" custLinFactNeighborY="2115">
        <dgm:presLayoutVars>
          <dgm:bulletEnabled val="1"/>
        </dgm:presLayoutVars>
      </dgm:prSet>
      <dgm:spPr>
        <a:prstGeom prst="snip2SameRect">
          <a:avLst/>
        </a:prstGeom>
      </dgm:spPr>
    </dgm:pt>
    <dgm:pt modelId="{73A91B40-8A17-4781-BADD-093871E51BF2}" type="pres">
      <dgm:prSet presAssocID="{6DCA7D0A-FC84-4FE8-BF2F-57A5095933A2}" presName="spacing" presStyleCnt="0"/>
      <dgm:spPr/>
    </dgm:pt>
    <dgm:pt modelId="{D1687C44-F38F-4B53-9850-F8874AB4F2CA}" type="pres">
      <dgm:prSet presAssocID="{BD27A2D2-0780-4725-A377-E38F2CACCFBD}" presName="linNode" presStyleCnt="0"/>
      <dgm:spPr/>
    </dgm:pt>
    <dgm:pt modelId="{D8262122-F5A2-41F2-8861-BA442936169A}" type="pres">
      <dgm:prSet presAssocID="{BD27A2D2-0780-4725-A377-E38F2CACCFBD}" presName="parentShp" presStyleLbl="node1" presStyleIdx="3" presStyleCnt="5" custScaleX="102709">
        <dgm:presLayoutVars>
          <dgm:bulletEnabled val="1"/>
        </dgm:presLayoutVars>
      </dgm:prSet>
      <dgm:spPr>
        <a:prstGeom prst="snip1Rect">
          <a:avLst/>
        </a:prstGeom>
      </dgm:spPr>
    </dgm:pt>
    <dgm:pt modelId="{B58628F9-92CB-4568-8688-91446A8270A2}" type="pres">
      <dgm:prSet presAssocID="{BD27A2D2-0780-4725-A377-E38F2CACCFBD}" presName="childShp" presStyleLbl="bgAccFollowNode1" presStyleIdx="3" presStyleCnt="5" custScaleX="101361" custScaleY="86937" custLinFactNeighborX="-709" custLinFactNeighborY="2115">
        <dgm:presLayoutVars>
          <dgm:bulletEnabled val="1"/>
        </dgm:presLayoutVars>
      </dgm:prSet>
      <dgm:spPr>
        <a:prstGeom prst="snip2SameRect">
          <a:avLst/>
        </a:prstGeom>
      </dgm:spPr>
    </dgm:pt>
    <dgm:pt modelId="{BBDA5F61-F678-4345-ADF8-C7A5FE6F1BD3}" type="pres">
      <dgm:prSet presAssocID="{CB63C498-EAC7-450F-8F52-4BF626E90828}" presName="spacing" presStyleCnt="0"/>
      <dgm:spPr/>
    </dgm:pt>
    <dgm:pt modelId="{4D484835-B049-49E6-A824-B704A023DECD}" type="pres">
      <dgm:prSet presAssocID="{0157952D-3678-49F0-A412-F2C6F2D29668}" presName="linNode" presStyleCnt="0"/>
      <dgm:spPr/>
    </dgm:pt>
    <dgm:pt modelId="{D75D3EEA-D1E2-4502-AB14-D028C926D460}" type="pres">
      <dgm:prSet presAssocID="{0157952D-3678-49F0-A412-F2C6F2D29668}" presName="parentShp" presStyleLbl="node1" presStyleIdx="4" presStyleCnt="5">
        <dgm:presLayoutVars>
          <dgm:bulletEnabled val="1"/>
        </dgm:presLayoutVars>
      </dgm:prSet>
      <dgm:spPr>
        <a:prstGeom prst="snip1Rect">
          <a:avLst/>
        </a:prstGeom>
      </dgm:spPr>
    </dgm:pt>
    <dgm:pt modelId="{B5646DAC-C0E1-4051-8B2A-5804F7E8A02C}" type="pres">
      <dgm:prSet presAssocID="{0157952D-3678-49F0-A412-F2C6F2D29668}" presName="childShp" presStyleLbl="bgAccFollowNode1" presStyleIdx="4" presStyleCnt="5" custScaleY="90921">
        <dgm:presLayoutVars>
          <dgm:bulletEnabled val="1"/>
        </dgm:presLayoutVars>
      </dgm:prSet>
      <dgm:spPr>
        <a:prstGeom prst="snip2SameRect">
          <a:avLst/>
        </a:prstGeom>
      </dgm:spPr>
    </dgm:pt>
  </dgm:ptLst>
  <dgm:cxnLst>
    <dgm:cxn modelId="{66DE6102-DDBD-4B7F-ADF7-7114367F6A9B}" type="presOf" srcId="{3FE99869-932C-48EE-920E-4B1532987175}" destId="{B58628F9-92CB-4568-8688-91446A8270A2}" srcOrd="0" destOrd="0" presId="urn:microsoft.com/office/officeart/2005/8/layout/vList6"/>
    <dgm:cxn modelId="{F7DCD310-5B71-4F96-8F76-A90EA2324CEE}" srcId="{E9F834E3-F2B9-4B5B-9A3A-276F4E0B34E2}" destId="{F74BF799-0619-423F-A6AF-396034FD594E}" srcOrd="0" destOrd="0" parTransId="{502A985D-DE7C-4E03-97D8-0754A5A44B09}" sibTransId="{2203F554-B4FB-4AB7-ABFB-F23F1836F92A}"/>
    <dgm:cxn modelId="{CF24A63F-571C-4D35-86FB-0F3DDA9A0403}" srcId="{F74BF799-0619-423F-A6AF-396034FD594E}" destId="{3E826806-6886-45B6-B56C-E6D232A801C1}" srcOrd="0" destOrd="0" parTransId="{5EA22888-0E76-4D88-A8CE-9C308F03C891}" sibTransId="{EFD0AB1E-2004-4611-B104-0533557455E6}"/>
    <dgm:cxn modelId="{C58CBB6A-FBB6-4A5A-89B9-442D0FBC6DB8}" srcId="{E9F834E3-F2B9-4B5B-9A3A-276F4E0B34E2}" destId="{B41C0C80-3D4C-4F6A-A587-A7DE44FC8825}" srcOrd="1" destOrd="0" parTransId="{F9468ACA-55E8-4114-8AAD-5FF873A09CDC}" sibTransId="{B6996DAB-CD19-4806-B091-D7C27FA166DF}"/>
    <dgm:cxn modelId="{C179B46F-3564-46A5-9DD8-F553D115EA1D}" type="presOf" srcId="{B41C0C80-3D4C-4F6A-A587-A7DE44FC8825}" destId="{D0ABBB12-22E2-4518-91EB-C54AF0E99CD1}" srcOrd="0" destOrd="0" presId="urn:microsoft.com/office/officeart/2005/8/layout/vList6"/>
    <dgm:cxn modelId="{00471071-71AF-44E6-B3F6-461D382D30C2}" type="presOf" srcId="{0157952D-3678-49F0-A412-F2C6F2D29668}" destId="{D75D3EEA-D1E2-4502-AB14-D028C926D460}" srcOrd="0" destOrd="0" presId="urn:microsoft.com/office/officeart/2005/8/layout/vList6"/>
    <dgm:cxn modelId="{676A9378-221A-4F5D-AB6E-937FC54BE7AE}" type="presOf" srcId="{3E826806-6886-45B6-B56C-E6D232A801C1}" destId="{AD5C5EF2-4B8C-4F83-83A0-0D1977F42CAC}" srcOrd="0" destOrd="0" presId="urn:microsoft.com/office/officeart/2005/8/layout/vList6"/>
    <dgm:cxn modelId="{603C977D-FCE7-4AF7-80EB-462F81C6716F}" srcId="{E9F834E3-F2B9-4B5B-9A3A-276F4E0B34E2}" destId="{BD27A2D2-0780-4725-A377-E38F2CACCFBD}" srcOrd="3" destOrd="0" parTransId="{2FD73921-936A-4C24-BDF1-564A201541B9}" sibTransId="{CB63C498-EAC7-450F-8F52-4BF626E90828}"/>
    <dgm:cxn modelId="{6DE86882-A17A-4ECF-B56C-9424C5074007}" type="presOf" srcId="{9AB80449-451A-4F0B-9122-3E683B75E022}" destId="{479D21DA-593E-4B55-A7B7-60778CEAE95E}" srcOrd="0" destOrd="0" presId="urn:microsoft.com/office/officeart/2005/8/layout/vList6"/>
    <dgm:cxn modelId="{FFF69C87-6F2C-4A6A-8573-A06A755AAC4A}" srcId="{B41C0C80-3D4C-4F6A-A587-A7DE44FC8825}" destId="{08E1BBC5-2FA3-462E-BB1E-CF80E96A889B}" srcOrd="1" destOrd="0" parTransId="{F9B3CC14-DEED-4B88-8F6C-8D46CC51C8F4}" sibTransId="{D1676C45-47F4-4712-BC9B-0B9659B398BA}"/>
    <dgm:cxn modelId="{2B4B128C-96E7-40EB-A0DC-C0CE23A363EA}" srcId="{B41C0C80-3D4C-4F6A-A587-A7DE44FC8825}" destId="{35AF0CF5-F71E-4F0F-A337-F09533E76DD3}" srcOrd="0" destOrd="0" parTransId="{B6883460-B3C1-4274-BED1-9D8A0E48B805}" sibTransId="{3116C093-56B0-491C-B252-7A9849A39BF7}"/>
    <dgm:cxn modelId="{E944B493-2091-4A59-A14A-29126B421C3C}" srcId="{E9F834E3-F2B9-4B5B-9A3A-276F4E0B34E2}" destId="{0157952D-3678-49F0-A412-F2C6F2D29668}" srcOrd="4" destOrd="0" parTransId="{0687F695-0A53-46E4-A733-457155E13A14}" sibTransId="{6AF50EC0-F77A-4508-8CBF-4D74D1785318}"/>
    <dgm:cxn modelId="{34AFD496-AACC-47E4-86A0-3F9AF8AD16DA}" type="presOf" srcId="{35AF0CF5-F71E-4F0F-A337-F09533E76DD3}" destId="{54AB28E3-682A-4BC8-80F1-F117C151CB89}" srcOrd="0" destOrd="0" presId="urn:microsoft.com/office/officeart/2005/8/layout/vList6"/>
    <dgm:cxn modelId="{198729B0-708B-475F-B4CE-C56D01B7673F}" srcId="{D5150B9E-ECC5-44A5-8010-4B39B47EED0D}" destId="{9AB80449-451A-4F0B-9122-3E683B75E022}" srcOrd="0" destOrd="0" parTransId="{45FD5041-4CCF-4EE8-B0C7-0E3FCE73B900}" sibTransId="{D3BBEF97-2A52-4A7B-948A-B8AE21D8B739}"/>
    <dgm:cxn modelId="{22D7BBBE-D365-4B48-8BEF-DD40C760E5DE}" type="presOf" srcId="{BD27A2D2-0780-4725-A377-E38F2CACCFBD}" destId="{D8262122-F5A2-41F2-8861-BA442936169A}" srcOrd="0" destOrd="0" presId="urn:microsoft.com/office/officeart/2005/8/layout/vList6"/>
    <dgm:cxn modelId="{0563A4C2-D147-4B3B-ADDA-E2FADDCA10AD}" type="presOf" srcId="{D5150B9E-ECC5-44A5-8010-4B39B47EED0D}" destId="{5E8F478A-AF2E-4D9D-A991-0B51C8358ECF}" srcOrd="0" destOrd="0" presId="urn:microsoft.com/office/officeart/2005/8/layout/vList6"/>
    <dgm:cxn modelId="{BE8BF4CD-1DDB-41B0-A9CF-851D8D6A13E2}" type="presOf" srcId="{08E1BBC5-2FA3-462E-BB1E-CF80E96A889B}" destId="{54AB28E3-682A-4BC8-80F1-F117C151CB89}" srcOrd="0" destOrd="1" presId="urn:microsoft.com/office/officeart/2005/8/layout/vList6"/>
    <dgm:cxn modelId="{668B92DD-DDBB-4F94-9497-792EE5C96227}" type="presOf" srcId="{E9F834E3-F2B9-4B5B-9A3A-276F4E0B34E2}" destId="{2AD10662-FEEE-460E-936B-ECF53E9F7C0F}" srcOrd="0" destOrd="0" presId="urn:microsoft.com/office/officeart/2005/8/layout/vList6"/>
    <dgm:cxn modelId="{38FFF2DD-69CA-408C-8028-5580590D5003}" srcId="{BD27A2D2-0780-4725-A377-E38F2CACCFBD}" destId="{3FE99869-932C-48EE-920E-4B1532987175}" srcOrd="0" destOrd="0" parTransId="{2BD308E3-1A82-4CC4-BB90-0B36113D6941}" sibTransId="{823BC253-CF7B-4CB9-8F2C-E5ED31AA3303}"/>
    <dgm:cxn modelId="{C88BBFE2-AB68-4A7B-8505-B390065DAD18}" type="presOf" srcId="{F74BF799-0619-423F-A6AF-396034FD594E}" destId="{0ADECD57-5E5A-4BCC-A630-EDEDB5DF5E8B}" srcOrd="0" destOrd="0" presId="urn:microsoft.com/office/officeart/2005/8/layout/vList6"/>
    <dgm:cxn modelId="{828028E7-F167-483C-984E-3D8D836F9253}" srcId="{E9F834E3-F2B9-4B5B-9A3A-276F4E0B34E2}" destId="{D5150B9E-ECC5-44A5-8010-4B39B47EED0D}" srcOrd="2" destOrd="0" parTransId="{7E1C8F34-0B4A-4DEB-969F-30F4E7E00B6C}" sibTransId="{6DCA7D0A-FC84-4FE8-BF2F-57A5095933A2}"/>
    <dgm:cxn modelId="{A11601F1-4F08-4B4A-A899-4748D77CCCF1}" type="presOf" srcId="{605E9AB4-D53A-451B-82BC-5167F8C799EF}" destId="{B5646DAC-C0E1-4051-8B2A-5804F7E8A02C}" srcOrd="0" destOrd="0" presId="urn:microsoft.com/office/officeart/2005/8/layout/vList6"/>
    <dgm:cxn modelId="{45927FF1-DB4D-48B9-AA97-047272E1CBD2}" srcId="{0157952D-3678-49F0-A412-F2C6F2D29668}" destId="{605E9AB4-D53A-451B-82BC-5167F8C799EF}" srcOrd="0" destOrd="0" parTransId="{84F2E6E2-7F07-4ABB-B1BF-C3A6DFCEABA5}" sibTransId="{BAFAA47F-9D87-4632-8605-065CAF0B8B6A}"/>
    <dgm:cxn modelId="{F14A0708-1A12-4302-92D4-6E009D0D07A8}" type="presParOf" srcId="{2AD10662-FEEE-460E-936B-ECF53E9F7C0F}" destId="{F2A6C3E4-A332-41B1-992E-75F1137EE61F}" srcOrd="0" destOrd="0" presId="urn:microsoft.com/office/officeart/2005/8/layout/vList6"/>
    <dgm:cxn modelId="{B6627DD6-AA43-4EEA-A01A-DE987E483DB8}" type="presParOf" srcId="{F2A6C3E4-A332-41B1-992E-75F1137EE61F}" destId="{0ADECD57-5E5A-4BCC-A630-EDEDB5DF5E8B}" srcOrd="0" destOrd="0" presId="urn:microsoft.com/office/officeart/2005/8/layout/vList6"/>
    <dgm:cxn modelId="{EACB8049-1DC8-47D2-B035-0CF39C2D5BA5}" type="presParOf" srcId="{F2A6C3E4-A332-41B1-992E-75F1137EE61F}" destId="{AD5C5EF2-4B8C-4F83-83A0-0D1977F42CAC}" srcOrd="1" destOrd="0" presId="urn:microsoft.com/office/officeart/2005/8/layout/vList6"/>
    <dgm:cxn modelId="{B4AC7A28-DE95-4900-AC87-DBC59A1944F7}" type="presParOf" srcId="{2AD10662-FEEE-460E-936B-ECF53E9F7C0F}" destId="{A95A3CCE-ACA8-4496-BDE5-B46B31E02F65}" srcOrd="1" destOrd="0" presId="urn:microsoft.com/office/officeart/2005/8/layout/vList6"/>
    <dgm:cxn modelId="{4ECEF05E-DB6A-4967-A498-4CE869557D56}" type="presParOf" srcId="{2AD10662-FEEE-460E-936B-ECF53E9F7C0F}" destId="{3A271F1B-15B6-4845-B9EF-5D3264926AE6}" srcOrd="2" destOrd="0" presId="urn:microsoft.com/office/officeart/2005/8/layout/vList6"/>
    <dgm:cxn modelId="{63316F90-4BAD-4F5D-8FA9-6657D5CFB667}" type="presParOf" srcId="{3A271F1B-15B6-4845-B9EF-5D3264926AE6}" destId="{D0ABBB12-22E2-4518-91EB-C54AF0E99CD1}" srcOrd="0" destOrd="0" presId="urn:microsoft.com/office/officeart/2005/8/layout/vList6"/>
    <dgm:cxn modelId="{3F19EB67-C05D-4A62-8A3B-7A3FA989BED7}" type="presParOf" srcId="{3A271F1B-15B6-4845-B9EF-5D3264926AE6}" destId="{54AB28E3-682A-4BC8-80F1-F117C151CB89}" srcOrd="1" destOrd="0" presId="urn:microsoft.com/office/officeart/2005/8/layout/vList6"/>
    <dgm:cxn modelId="{4C16ABFC-AC1F-4F1B-952A-B5CEDD823F2E}" type="presParOf" srcId="{2AD10662-FEEE-460E-936B-ECF53E9F7C0F}" destId="{EBE5546F-BB6D-4B4D-8574-1CA7C30510B2}" srcOrd="3" destOrd="0" presId="urn:microsoft.com/office/officeart/2005/8/layout/vList6"/>
    <dgm:cxn modelId="{DA2F8B71-2CDA-4565-B6FE-8BC7972EBF67}" type="presParOf" srcId="{2AD10662-FEEE-460E-936B-ECF53E9F7C0F}" destId="{7080E9D8-A15D-470B-9AA5-705AD87EA216}" srcOrd="4" destOrd="0" presId="urn:microsoft.com/office/officeart/2005/8/layout/vList6"/>
    <dgm:cxn modelId="{28E61E34-27D8-4A4E-86C0-5E0D6FB0C321}" type="presParOf" srcId="{7080E9D8-A15D-470B-9AA5-705AD87EA216}" destId="{5E8F478A-AF2E-4D9D-A991-0B51C8358ECF}" srcOrd="0" destOrd="0" presId="urn:microsoft.com/office/officeart/2005/8/layout/vList6"/>
    <dgm:cxn modelId="{99E37AD7-9C5E-45BD-BCB9-BB116264E272}" type="presParOf" srcId="{7080E9D8-A15D-470B-9AA5-705AD87EA216}" destId="{479D21DA-593E-4B55-A7B7-60778CEAE95E}" srcOrd="1" destOrd="0" presId="urn:microsoft.com/office/officeart/2005/8/layout/vList6"/>
    <dgm:cxn modelId="{E5E869CE-6811-4ED1-8ABA-CE91317A68EA}" type="presParOf" srcId="{2AD10662-FEEE-460E-936B-ECF53E9F7C0F}" destId="{73A91B40-8A17-4781-BADD-093871E51BF2}" srcOrd="5" destOrd="0" presId="urn:microsoft.com/office/officeart/2005/8/layout/vList6"/>
    <dgm:cxn modelId="{BD081EFF-0003-408A-8823-E7A0BA3A2D5D}" type="presParOf" srcId="{2AD10662-FEEE-460E-936B-ECF53E9F7C0F}" destId="{D1687C44-F38F-4B53-9850-F8874AB4F2CA}" srcOrd="6" destOrd="0" presId="urn:microsoft.com/office/officeart/2005/8/layout/vList6"/>
    <dgm:cxn modelId="{6A4B1317-F7E9-43BC-8BBE-D1287EB15715}" type="presParOf" srcId="{D1687C44-F38F-4B53-9850-F8874AB4F2CA}" destId="{D8262122-F5A2-41F2-8861-BA442936169A}" srcOrd="0" destOrd="0" presId="urn:microsoft.com/office/officeart/2005/8/layout/vList6"/>
    <dgm:cxn modelId="{544285F7-D731-46C0-85D2-DA65EEF7A148}" type="presParOf" srcId="{D1687C44-F38F-4B53-9850-F8874AB4F2CA}" destId="{B58628F9-92CB-4568-8688-91446A8270A2}" srcOrd="1" destOrd="0" presId="urn:microsoft.com/office/officeart/2005/8/layout/vList6"/>
    <dgm:cxn modelId="{FCB65F27-C354-419D-9176-4790EF8AF03C}" type="presParOf" srcId="{2AD10662-FEEE-460E-936B-ECF53E9F7C0F}" destId="{BBDA5F61-F678-4345-ADF8-C7A5FE6F1BD3}" srcOrd="7" destOrd="0" presId="urn:microsoft.com/office/officeart/2005/8/layout/vList6"/>
    <dgm:cxn modelId="{A5D07627-61C1-48F8-B89D-E566467C341D}" type="presParOf" srcId="{2AD10662-FEEE-460E-936B-ECF53E9F7C0F}" destId="{4D484835-B049-49E6-A824-B704A023DECD}" srcOrd="8" destOrd="0" presId="urn:microsoft.com/office/officeart/2005/8/layout/vList6"/>
    <dgm:cxn modelId="{0BAD035E-C8C1-4492-891F-9266D7E3AB00}" type="presParOf" srcId="{4D484835-B049-49E6-A824-B704A023DECD}" destId="{D75D3EEA-D1E2-4502-AB14-D028C926D460}" srcOrd="0" destOrd="0" presId="urn:microsoft.com/office/officeart/2005/8/layout/vList6"/>
    <dgm:cxn modelId="{CF9FB7AF-8346-4DD0-9061-75F8A678F259}" type="presParOf" srcId="{4D484835-B049-49E6-A824-B704A023DECD}" destId="{B5646DAC-C0E1-4051-8B2A-5804F7E8A02C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940B25-054A-405D-BAFE-B36DAAA1B191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2E203DE-B82A-414C-96CD-FEE1815E1961}">
      <dgm:prSet phldrT="[Текст]" custT="1"/>
      <dgm:spPr/>
      <dgm:t>
        <a:bodyPr/>
        <a:lstStyle/>
        <a:p>
          <a:r>
            <a:rPr lang="ru-RU" sz="2400" b="0" i="0" dirty="0">
              <a:effectLst/>
              <a:latin typeface="Bahnschrift SemiBold" panose="020B0502040204020203" pitchFamily="34" charset="0"/>
            </a:rPr>
            <a:t>Стартовое окно</a:t>
          </a:r>
          <a:endParaRPr lang="ru-RU" sz="2400" dirty="0"/>
        </a:p>
      </dgm:t>
    </dgm:pt>
    <dgm:pt modelId="{451784F0-6CBF-4DD2-A695-2150A2889625}" type="parTrans" cxnId="{F0331562-9231-4D2B-BBC0-90D8D6A7BF5F}">
      <dgm:prSet/>
      <dgm:spPr/>
      <dgm:t>
        <a:bodyPr/>
        <a:lstStyle/>
        <a:p>
          <a:endParaRPr lang="ru-RU" sz="2400"/>
        </a:p>
      </dgm:t>
    </dgm:pt>
    <dgm:pt modelId="{5DB43930-0F08-48A2-8451-A993E149005E}" type="sibTrans" cxnId="{F0331562-9231-4D2B-BBC0-90D8D6A7BF5F}">
      <dgm:prSet/>
      <dgm:spPr/>
      <dgm:t>
        <a:bodyPr/>
        <a:lstStyle/>
        <a:p>
          <a:endParaRPr lang="ru-RU" sz="2400"/>
        </a:p>
      </dgm:t>
    </dgm:pt>
    <dgm:pt modelId="{3EA00583-CCEA-4C46-BE63-474F4E543171}">
      <dgm:prSet phldrT="[Текст]" custT="1"/>
      <dgm:spPr/>
      <dgm:t>
        <a:bodyPr/>
        <a:lstStyle/>
        <a:p>
          <a:r>
            <a:rPr lang="ru-RU" sz="2400" b="0" i="0" dirty="0">
              <a:effectLst/>
              <a:latin typeface="Bahnschrift SemiBold" panose="020B0502040204020203" pitchFamily="34" charset="0"/>
            </a:rPr>
            <a:t>Финальное окно</a:t>
          </a:r>
          <a:endParaRPr lang="ru-RU" sz="2400" dirty="0"/>
        </a:p>
      </dgm:t>
    </dgm:pt>
    <dgm:pt modelId="{7622B372-729A-460B-A06A-B692E6707430}" type="parTrans" cxnId="{5B505F59-E45E-4DE6-90D4-18151E42B4D8}">
      <dgm:prSet/>
      <dgm:spPr/>
      <dgm:t>
        <a:bodyPr/>
        <a:lstStyle/>
        <a:p>
          <a:endParaRPr lang="ru-RU" sz="2400"/>
        </a:p>
      </dgm:t>
    </dgm:pt>
    <dgm:pt modelId="{BCE4813E-A7F5-484E-B60D-B900B0FF12FC}" type="sibTrans" cxnId="{5B505F59-E45E-4DE6-90D4-18151E42B4D8}">
      <dgm:prSet/>
      <dgm:spPr/>
      <dgm:t>
        <a:bodyPr/>
        <a:lstStyle/>
        <a:p>
          <a:endParaRPr lang="ru-RU" sz="2400"/>
        </a:p>
      </dgm:t>
    </dgm:pt>
    <dgm:pt modelId="{6EFACB72-3F6D-48E6-9AEC-AE541DB4F0FD}">
      <dgm:prSet phldrT="[Текст]" custT="1"/>
      <dgm:spPr/>
      <dgm:t>
        <a:bodyPr/>
        <a:lstStyle/>
        <a:p>
          <a:r>
            <a:rPr lang="ru-RU" sz="2400" b="0" i="0" dirty="0">
              <a:effectLst/>
              <a:latin typeface="Bahnschrift SemiBold" panose="020B0502040204020203" pitchFamily="34" charset="0"/>
            </a:rPr>
            <a:t>Подсчет и вывод результатов</a:t>
          </a:r>
          <a:endParaRPr lang="ru-RU" sz="2400" dirty="0"/>
        </a:p>
      </dgm:t>
    </dgm:pt>
    <dgm:pt modelId="{2F66BEDB-83F7-499A-ACEE-6EED87B97DF7}" type="parTrans" cxnId="{70ABDC01-7F55-4069-B142-EE0CCBFD9FD7}">
      <dgm:prSet/>
      <dgm:spPr/>
      <dgm:t>
        <a:bodyPr/>
        <a:lstStyle/>
        <a:p>
          <a:endParaRPr lang="ru-RU" sz="2400"/>
        </a:p>
      </dgm:t>
    </dgm:pt>
    <dgm:pt modelId="{52143B2D-B45E-4373-8643-DFA25F340D65}" type="sibTrans" cxnId="{70ABDC01-7F55-4069-B142-EE0CCBFD9FD7}">
      <dgm:prSet/>
      <dgm:spPr/>
      <dgm:t>
        <a:bodyPr/>
        <a:lstStyle/>
        <a:p>
          <a:endParaRPr lang="ru-RU" sz="2400"/>
        </a:p>
      </dgm:t>
    </dgm:pt>
    <dgm:pt modelId="{FBCAB90A-F775-44F5-AFE9-B59C6A847FE9}">
      <dgm:prSet phldrT="[Текст]" custT="1"/>
      <dgm:spPr/>
      <dgm:t>
        <a:bodyPr/>
        <a:lstStyle/>
        <a:p>
          <a:r>
            <a:rPr lang="ru-RU" sz="2400" b="0" i="0" dirty="0">
              <a:effectLst/>
              <a:latin typeface="Bahnschrift SemiBold" panose="020B0502040204020203" pitchFamily="34" charset="0"/>
            </a:rPr>
            <a:t>Спрайты</a:t>
          </a:r>
          <a:endParaRPr lang="ru-RU" sz="2400" dirty="0"/>
        </a:p>
      </dgm:t>
    </dgm:pt>
    <dgm:pt modelId="{2461F6A9-4F8E-424F-923B-39CFCEEFB812}" type="parTrans" cxnId="{30CB1CF7-9FED-4035-A2A1-483C90B08ECE}">
      <dgm:prSet/>
      <dgm:spPr/>
      <dgm:t>
        <a:bodyPr/>
        <a:lstStyle/>
        <a:p>
          <a:endParaRPr lang="ru-RU" sz="2400"/>
        </a:p>
      </dgm:t>
    </dgm:pt>
    <dgm:pt modelId="{5C543738-0CC1-4057-B2C9-E683B618F50E}" type="sibTrans" cxnId="{30CB1CF7-9FED-4035-A2A1-483C90B08ECE}">
      <dgm:prSet/>
      <dgm:spPr/>
      <dgm:t>
        <a:bodyPr/>
        <a:lstStyle/>
        <a:p>
          <a:endParaRPr lang="ru-RU" sz="2400"/>
        </a:p>
      </dgm:t>
    </dgm:pt>
    <dgm:pt modelId="{8F840F09-32E1-4F63-A839-CEF812C96A5A}">
      <dgm:prSet phldrT="[Текст]" custT="1"/>
      <dgm:spPr/>
      <dgm:t>
        <a:bodyPr/>
        <a:lstStyle/>
        <a:p>
          <a:r>
            <a:rPr lang="ru-RU" sz="2400" b="0" i="0" dirty="0" err="1">
              <a:effectLst/>
              <a:latin typeface="Bahnschrift SemiBold" panose="020B0502040204020203" pitchFamily="34" charset="0"/>
            </a:rPr>
            <a:t>collide</a:t>
          </a:r>
          <a:endParaRPr lang="ru-RU" sz="2400" dirty="0"/>
        </a:p>
      </dgm:t>
    </dgm:pt>
    <dgm:pt modelId="{9ECD0DF8-6773-4CCA-A28B-AC7D1E1349CA}" type="parTrans" cxnId="{9DFC479F-7335-4CB1-9505-6519C83B0D25}">
      <dgm:prSet/>
      <dgm:spPr/>
      <dgm:t>
        <a:bodyPr/>
        <a:lstStyle/>
        <a:p>
          <a:endParaRPr lang="ru-RU" sz="2400"/>
        </a:p>
      </dgm:t>
    </dgm:pt>
    <dgm:pt modelId="{0DA8B3E6-AF74-4425-883B-6A1898124BDD}" type="sibTrans" cxnId="{9DFC479F-7335-4CB1-9505-6519C83B0D25}">
      <dgm:prSet/>
      <dgm:spPr/>
      <dgm:t>
        <a:bodyPr/>
        <a:lstStyle/>
        <a:p>
          <a:endParaRPr lang="ru-RU" sz="2400"/>
        </a:p>
      </dgm:t>
    </dgm:pt>
    <dgm:pt modelId="{5689904A-304B-4ECA-9A40-C28A86F7F7DC}">
      <dgm:prSet custT="1"/>
      <dgm:spPr/>
      <dgm:t>
        <a:bodyPr/>
        <a:lstStyle/>
        <a:p>
          <a:r>
            <a:rPr lang="ru-RU" sz="2400" b="0" i="0">
              <a:effectLst/>
              <a:latin typeface="Bahnschrift SemiBold" panose="020B0502040204020203" pitchFamily="34" charset="0"/>
            </a:rPr>
            <a:t>Несколько уровней</a:t>
          </a:r>
          <a:endParaRPr lang="ru-RU" sz="2400" b="0" i="0" dirty="0">
            <a:effectLst/>
            <a:latin typeface="Bahnschrift SemiBold" panose="020B0502040204020203" pitchFamily="34" charset="0"/>
          </a:endParaRPr>
        </a:p>
      </dgm:t>
    </dgm:pt>
    <dgm:pt modelId="{1266F38C-41DE-45F7-812B-E3D0579981B8}" type="parTrans" cxnId="{A7260A6F-8115-4867-AB48-3AFB6CC96D22}">
      <dgm:prSet/>
      <dgm:spPr/>
      <dgm:t>
        <a:bodyPr/>
        <a:lstStyle/>
        <a:p>
          <a:endParaRPr lang="ru-RU" sz="2400"/>
        </a:p>
      </dgm:t>
    </dgm:pt>
    <dgm:pt modelId="{80E49663-0412-49AD-AD0E-5D3980CB432E}" type="sibTrans" cxnId="{A7260A6F-8115-4867-AB48-3AFB6CC96D22}">
      <dgm:prSet/>
      <dgm:spPr/>
      <dgm:t>
        <a:bodyPr/>
        <a:lstStyle/>
        <a:p>
          <a:endParaRPr lang="ru-RU" sz="2400"/>
        </a:p>
      </dgm:t>
    </dgm:pt>
    <dgm:pt modelId="{82C86E7A-AC7B-44C7-9D72-532B2EE007CE}">
      <dgm:prSet custT="1"/>
      <dgm:spPr/>
      <dgm:t>
        <a:bodyPr/>
        <a:lstStyle/>
        <a:p>
          <a:r>
            <a:rPr lang="ru-RU" sz="2400" b="0" i="0">
              <a:effectLst/>
              <a:latin typeface="Bahnschrift SemiBold" panose="020B0502040204020203" pitchFamily="34" charset="0"/>
            </a:rPr>
            <a:t>Камера</a:t>
          </a:r>
          <a:endParaRPr lang="ru-RU" sz="2400" b="0" i="0" dirty="0">
            <a:effectLst/>
            <a:latin typeface="Bahnschrift SemiBold" panose="020B0502040204020203" pitchFamily="34" charset="0"/>
          </a:endParaRPr>
        </a:p>
      </dgm:t>
    </dgm:pt>
    <dgm:pt modelId="{98C8CF78-B0CB-43EE-958C-674801377E02}" type="parTrans" cxnId="{E65CE9DB-7806-4930-B84D-6EC66EE29047}">
      <dgm:prSet/>
      <dgm:spPr/>
      <dgm:t>
        <a:bodyPr/>
        <a:lstStyle/>
        <a:p>
          <a:endParaRPr lang="ru-RU" sz="2400"/>
        </a:p>
      </dgm:t>
    </dgm:pt>
    <dgm:pt modelId="{88B9FD79-AB6F-4056-B29A-8145D6883392}" type="sibTrans" cxnId="{E65CE9DB-7806-4930-B84D-6EC66EE29047}">
      <dgm:prSet/>
      <dgm:spPr/>
      <dgm:t>
        <a:bodyPr/>
        <a:lstStyle/>
        <a:p>
          <a:endParaRPr lang="ru-RU" sz="2400"/>
        </a:p>
      </dgm:t>
    </dgm:pt>
    <dgm:pt modelId="{FC0C3D65-698E-4861-95D4-F0201A737383}">
      <dgm:prSet custT="1"/>
      <dgm:spPr/>
      <dgm:t>
        <a:bodyPr/>
        <a:lstStyle/>
        <a:p>
          <a:r>
            <a:rPr lang="ru-RU" sz="2400" b="0" i="0">
              <a:effectLst/>
              <a:latin typeface="Bahnschrift SemiBold" panose="020B0502040204020203" pitchFamily="34" charset="0"/>
            </a:rPr>
            <a:t>Система частиц</a:t>
          </a:r>
          <a:endParaRPr lang="ru-RU" sz="2400" b="0" i="0" dirty="0">
            <a:effectLst/>
            <a:latin typeface="Bahnschrift SemiBold" panose="020B0502040204020203" pitchFamily="34" charset="0"/>
          </a:endParaRPr>
        </a:p>
      </dgm:t>
    </dgm:pt>
    <dgm:pt modelId="{6CE93184-EF15-439B-9495-BC860AB664E5}" type="parTrans" cxnId="{72938417-3247-441F-87CA-65B9ECD7BD9E}">
      <dgm:prSet/>
      <dgm:spPr/>
      <dgm:t>
        <a:bodyPr/>
        <a:lstStyle/>
        <a:p>
          <a:endParaRPr lang="ru-RU" sz="2400"/>
        </a:p>
      </dgm:t>
    </dgm:pt>
    <dgm:pt modelId="{E0ADCCD5-DCED-425B-BA02-00C8813654FC}" type="sibTrans" cxnId="{72938417-3247-441F-87CA-65B9ECD7BD9E}">
      <dgm:prSet/>
      <dgm:spPr/>
      <dgm:t>
        <a:bodyPr/>
        <a:lstStyle/>
        <a:p>
          <a:endParaRPr lang="ru-RU" sz="2400"/>
        </a:p>
      </dgm:t>
    </dgm:pt>
    <dgm:pt modelId="{3BF40963-D108-4D08-8FF5-A4B65F87FDEF}">
      <dgm:prSet custT="1"/>
      <dgm:spPr/>
      <dgm:t>
        <a:bodyPr/>
        <a:lstStyle/>
        <a:p>
          <a:r>
            <a:rPr lang="ru-RU" sz="2400" b="0" i="0">
              <a:effectLst/>
              <a:latin typeface="Bahnschrift SemiBold" panose="020B0502040204020203" pitchFamily="34" charset="0"/>
            </a:rPr>
            <a:t>Звук</a:t>
          </a:r>
          <a:endParaRPr lang="ru-RU" sz="2400" b="0" i="0" dirty="0">
            <a:effectLst/>
            <a:latin typeface="Bahnschrift SemiBold" panose="020B0502040204020203" pitchFamily="34" charset="0"/>
          </a:endParaRPr>
        </a:p>
      </dgm:t>
    </dgm:pt>
    <dgm:pt modelId="{A8A8186F-DDAE-4692-BBCF-6818447336E9}" type="parTrans" cxnId="{547BB37B-82C2-4A06-926F-A6FC7DD98D86}">
      <dgm:prSet/>
      <dgm:spPr/>
      <dgm:t>
        <a:bodyPr/>
        <a:lstStyle/>
        <a:p>
          <a:endParaRPr lang="ru-RU" sz="2400"/>
        </a:p>
      </dgm:t>
    </dgm:pt>
    <dgm:pt modelId="{C5567EE0-3AC4-4F8D-8758-4AFEC5FA7701}" type="sibTrans" cxnId="{547BB37B-82C2-4A06-926F-A6FC7DD98D86}">
      <dgm:prSet/>
      <dgm:spPr/>
      <dgm:t>
        <a:bodyPr/>
        <a:lstStyle/>
        <a:p>
          <a:endParaRPr lang="ru-RU" sz="2400"/>
        </a:p>
      </dgm:t>
    </dgm:pt>
    <dgm:pt modelId="{F9AEC334-DF95-4FCA-BB7C-03EE85938910}">
      <dgm:prSet custT="1"/>
      <dgm:spPr/>
      <dgm:t>
        <a:bodyPr/>
        <a:lstStyle/>
        <a:p>
          <a:r>
            <a:rPr lang="ru-RU" sz="2400" b="0" i="0">
              <a:effectLst/>
              <a:latin typeface="Bahnschrift SemiBold" panose="020B0502040204020203" pitchFamily="34" charset="0"/>
            </a:rPr>
            <a:t>Физический движок</a:t>
          </a:r>
          <a:endParaRPr lang="ru-RU" sz="2400" b="0" i="0" dirty="0">
            <a:effectLst/>
            <a:latin typeface="Bahnschrift SemiBold" panose="020B0502040204020203" pitchFamily="34" charset="0"/>
          </a:endParaRPr>
        </a:p>
      </dgm:t>
    </dgm:pt>
    <dgm:pt modelId="{CAF6A175-318E-4B65-BFFF-84F692608D77}" type="parTrans" cxnId="{011BC3F2-4662-4116-8484-6EC54FD359BD}">
      <dgm:prSet/>
      <dgm:spPr/>
      <dgm:t>
        <a:bodyPr/>
        <a:lstStyle/>
        <a:p>
          <a:endParaRPr lang="ru-RU" sz="2400"/>
        </a:p>
      </dgm:t>
    </dgm:pt>
    <dgm:pt modelId="{D92A08A5-9533-4EB8-A9AB-82EEE67BF9FF}" type="sibTrans" cxnId="{011BC3F2-4662-4116-8484-6EC54FD359BD}">
      <dgm:prSet/>
      <dgm:spPr/>
      <dgm:t>
        <a:bodyPr/>
        <a:lstStyle/>
        <a:p>
          <a:endParaRPr lang="ru-RU" sz="2400"/>
        </a:p>
      </dgm:t>
    </dgm:pt>
    <dgm:pt modelId="{FAEC6FED-4BBD-47A6-960D-F28DF313C5A1}">
      <dgm:prSet custT="1"/>
      <dgm:spPr/>
      <dgm:t>
        <a:bodyPr/>
        <a:lstStyle/>
        <a:p>
          <a:r>
            <a:rPr lang="ru-RU" sz="2400" b="0" i="0">
              <a:effectLst/>
              <a:latin typeface="Bahnschrift SemiBold" panose="020B0502040204020203" pitchFamily="34" charset="0"/>
            </a:rPr>
            <a:t>Хранение данных</a:t>
          </a:r>
          <a:endParaRPr lang="ru-RU" sz="2400"/>
        </a:p>
      </dgm:t>
    </dgm:pt>
    <dgm:pt modelId="{6D394637-6159-4090-A7B9-418BB4B3C367}" type="parTrans" cxnId="{749B6B6D-60DD-4AAA-8684-1C53C51B620A}">
      <dgm:prSet/>
      <dgm:spPr/>
      <dgm:t>
        <a:bodyPr/>
        <a:lstStyle/>
        <a:p>
          <a:endParaRPr lang="ru-RU" sz="2400"/>
        </a:p>
      </dgm:t>
    </dgm:pt>
    <dgm:pt modelId="{13A3BDF7-660E-45BD-B41B-4E380B127710}" type="sibTrans" cxnId="{749B6B6D-60DD-4AAA-8684-1C53C51B620A}">
      <dgm:prSet/>
      <dgm:spPr/>
      <dgm:t>
        <a:bodyPr/>
        <a:lstStyle/>
        <a:p>
          <a:endParaRPr lang="ru-RU" sz="2400"/>
        </a:p>
      </dgm:t>
    </dgm:pt>
    <dgm:pt modelId="{C009329B-50D7-40D4-93B5-A4F1BCEED731}">
      <dgm:prSet phldrT="[Текст]" custT="1"/>
      <dgm:spPr/>
      <dgm:t>
        <a:bodyPr/>
        <a:lstStyle/>
        <a:p>
          <a:r>
            <a:rPr lang="ru-RU" sz="2400" b="0" i="0">
              <a:effectLst/>
              <a:latin typeface="Bahnschrift SemiBold" panose="020B0502040204020203" pitchFamily="34" charset="0"/>
            </a:rPr>
            <a:t>Анимация</a:t>
          </a:r>
          <a:endParaRPr lang="ru-RU" sz="2400" dirty="0"/>
        </a:p>
      </dgm:t>
    </dgm:pt>
    <dgm:pt modelId="{62ABA463-5F18-4157-8BF3-210EB3887C51}" type="parTrans" cxnId="{90DB2169-B260-4221-8335-85D4286B1B23}">
      <dgm:prSet/>
      <dgm:spPr/>
      <dgm:t>
        <a:bodyPr/>
        <a:lstStyle/>
        <a:p>
          <a:endParaRPr lang="ru-RU" sz="2400"/>
        </a:p>
      </dgm:t>
    </dgm:pt>
    <dgm:pt modelId="{CC9E0959-D96B-424F-B61F-C6817A865096}" type="sibTrans" cxnId="{90DB2169-B260-4221-8335-85D4286B1B23}">
      <dgm:prSet/>
      <dgm:spPr/>
      <dgm:t>
        <a:bodyPr/>
        <a:lstStyle/>
        <a:p>
          <a:endParaRPr lang="ru-RU" sz="2400"/>
        </a:p>
      </dgm:t>
    </dgm:pt>
    <dgm:pt modelId="{A2609A98-E5D7-45DD-A04F-BAADBCE0D76E}" type="pres">
      <dgm:prSet presAssocID="{57940B25-054A-405D-BAFE-B36DAAA1B191}" presName="diagram" presStyleCnt="0">
        <dgm:presLayoutVars>
          <dgm:dir/>
          <dgm:resizeHandles val="exact"/>
        </dgm:presLayoutVars>
      </dgm:prSet>
      <dgm:spPr/>
    </dgm:pt>
    <dgm:pt modelId="{2023AFBC-5629-4DB5-8B07-7DE872FB68A3}" type="pres">
      <dgm:prSet presAssocID="{32E203DE-B82A-414C-96CD-FEE1815E1961}" presName="node" presStyleLbl="node1" presStyleIdx="0" presStyleCnt="12">
        <dgm:presLayoutVars>
          <dgm:bulletEnabled val="1"/>
        </dgm:presLayoutVars>
      </dgm:prSet>
      <dgm:spPr/>
    </dgm:pt>
    <dgm:pt modelId="{D5D5F7D0-2DB6-4B0C-96D7-C64BEF01F8E3}" type="pres">
      <dgm:prSet presAssocID="{5DB43930-0F08-48A2-8451-A993E149005E}" presName="sibTrans" presStyleCnt="0"/>
      <dgm:spPr/>
    </dgm:pt>
    <dgm:pt modelId="{4DF7BD5C-9F91-4FC7-AD4B-140D314DB334}" type="pres">
      <dgm:prSet presAssocID="{3EA00583-CCEA-4C46-BE63-474F4E543171}" presName="node" presStyleLbl="node1" presStyleIdx="1" presStyleCnt="12">
        <dgm:presLayoutVars>
          <dgm:bulletEnabled val="1"/>
        </dgm:presLayoutVars>
      </dgm:prSet>
      <dgm:spPr/>
    </dgm:pt>
    <dgm:pt modelId="{35DE9E7C-B5FA-4F95-887F-DA5974098C0A}" type="pres">
      <dgm:prSet presAssocID="{BCE4813E-A7F5-484E-B60D-B900B0FF12FC}" presName="sibTrans" presStyleCnt="0"/>
      <dgm:spPr/>
    </dgm:pt>
    <dgm:pt modelId="{F1E94828-AE48-4753-9252-6CB313189392}" type="pres">
      <dgm:prSet presAssocID="{6EFACB72-3F6D-48E6-9AEC-AE541DB4F0FD}" presName="node" presStyleLbl="node1" presStyleIdx="2" presStyleCnt="12">
        <dgm:presLayoutVars>
          <dgm:bulletEnabled val="1"/>
        </dgm:presLayoutVars>
      </dgm:prSet>
      <dgm:spPr/>
    </dgm:pt>
    <dgm:pt modelId="{E626E722-5E39-49FB-A7EB-816F4805DA71}" type="pres">
      <dgm:prSet presAssocID="{52143B2D-B45E-4373-8643-DFA25F340D65}" presName="sibTrans" presStyleCnt="0"/>
      <dgm:spPr/>
    </dgm:pt>
    <dgm:pt modelId="{FE067EE9-597A-4AA2-8EE4-B92CB93DE7C3}" type="pres">
      <dgm:prSet presAssocID="{FBCAB90A-F775-44F5-AFE9-B59C6A847FE9}" presName="node" presStyleLbl="node1" presStyleIdx="3" presStyleCnt="12">
        <dgm:presLayoutVars>
          <dgm:bulletEnabled val="1"/>
        </dgm:presLayoutVars>
      </dgm:prSet>
      <dgm:spPr/>
    </dgm:pt>
    <dgm:pt modelId="{591FEFCB-7CB5-41DD-9393-2B319DB3BAC0}" type="pres">
      <dgm:prSet presAssocID="{5C543738-0CC1-4057-B2C9-E683B618F50E}" presName="sibTrans" presStyleCnt="0"/>
      <dgm:spPr/>
    </dgm:pt>
    <dgm:pt modelId="{69EEE13D-28B5-4DDB-9D7F-D7BAF9186F11}" type="pres">
      <dgm:prSet presAssocID="{8F840F09-32E1-4F63-A839-CEF812C96A5A}" presName="node" presStyleLbl="node1" presStyleIdx="4" presStyleCnt="12">
        <dgm:presLayoutVars>
          <dgm:bulletEnabled val="1"/>
        </dgm:presLayoutVars>
      </dgm:prSet>
      <dgm:spPr/>
    </dgm:pt>
    <dgm:pt modelId="{6C163D23-19EB-407C-86AA-48EF8CCAF4E5}" type="pres">
      <dgm:prSet presAssocID="{0DA8B3E6-AF74-4425-883B-6A1898124BDD}" presName="sibTrans" presStyleCnt="0"/>
      <dgm:spPr/>
    </dgm:pt>
    <dgm:pt modelId="{D2273392-4B2A-4BD9-9038-269C1E3B90E9}" type="pres">
      <dgm:prSet presAssocID="{C009329B-50D7-40D4-93B5-A4F1BCEED731}" presName="node" presStyleLbl="node1" presStyleIdx="5" presStyleCnt="12">
        <dgm:presLayoutVars>
          <dgm:bulletEnabled val="1"/>
        </dgm:presLayoutVars>
      </dgm:prSet>
      <dgm:spPr/>
    </dgm:pt>
    <dgm:pt modelId="{1E338C5A-800A-43CE-86D7-6D881D57BBC0}" type="pres">
      <dgm:prSet presAssocID="{CC9E0959-D96B-424F-B61F-C6817A865096}" presName="sibTrans" presStyleCnt="0"/>
      <dgm:spPr/>
    </dgm:pt>
    <dgm:pt modelId="{65D3D5CF-CFA4-4F9D-B678-832AE110B3FF}" type="pres">
      <dgm:prSet presAssocID="{5689904A-304B-4ECA-9A40-C28A86F7F7DC}" presName="node" presStyleLbl="node1" presStyleIdx="6" presStyleCnt="12">
        <dgm:presLayoutVars>
          <dgm:bulletEnabled val="1"/>
        </dgm:presLayoutVars>
      </dgm:prSet>
      <dgm:spPr/>
    </dgm:pt>
    <dgm:pt modelId="{B6EE1EF9-0C39-4FAA-80D7-F12E0C9D5FD9}" type="pres">
      <dgm:prSet presAssocID="{80E49663-0412-49AD-AD0E-5D3980CB432E}" presName="sibTrans" presStyleCnt="0"/>
      <dgm:spPr/>
    </dgm:pt>
    <dgm:pt modelId="{1DC5D842-69B1-443F-8E74-A90EEE74CA0C}" type="pres">
      <dgm:prSet presAssocID="{82C86E7A-AC7B-44C7-9D72-532B2EE007CE}" presName="node" presStyleLbl="node1" presStyleIdx="7" presStyleCnt="12">
        <dgm:presLayoutVars>
          <dgm:bulletEnabled val="1"/>
        </dgm:presLayoutVars>
      </dgm:prSet>
      <dgm:spPr/>
    </dgm:pt>
    <dgm:pt modelId="{3F8B8274-020A-4B0B-AEAF-EE232B541CB7}" type="pres">
      <dgm:prSet presAssocID="{88B9FD79-AB6F-4056-B29A-8145D6883392}" presName="sibTrans" presStyleCnt="0"/>
      <dgm:spPr/>
    </dgm:pt>
    <dgm:pt modelId="{9B01167C-B115-46B7-B9A3-4D30A515918F}" type="pres">
      <dgm:prSet presAssocID="{FC0C3D65-698E-4861-95D4-F0201A737383}" presName="node" presStyleLbl="node1" presStyleIdx="8" presStyleCnt="12">
        <dgm:presLayoutVars>
          <dgm:bulletEnabled val="1"/>
        </dgm:presLayoutVars>
      </dgm:prSet>
      <dgm:spPr/>
    </dgm:pt>
    <dgm:pt modelId="{F223F4D1-AA05-48A0-A88B-8900485825AA}" type="pres">
      <dgm:prSet presAssocID="{E0ADCCD5-DCED-425B-BA02-00C8813654FC}" presName="sibTrans" presStyleCnt="0"/>
      <dgm:spPr/>
    </dgm:pt>
    <dgm:pt modelId="{D4AC5CC0-D555-4457-B990-A5628A194504}" type="pres">
      <dgm:prSet presAssocID="{3BF40963-D108-4D08-8FF5-A4B65F87FDEF}" presName="node" presStyleLbl="node1" presStyleIdx="9" presStyleCnt="12">
        <dgm:presLayoutVars>
          <dgm:bulletEnabled val="1"/>
        </dgm:presLayoutVars>
      </dgm:prSet>
      <dgm:spPr/>
    </dgm:pt>
    <dgm:pt modelId="{D3A790C3-028C-4B3C-96C2-0FC5497C3918}" type="pres">
      <dgm:prSet presAssocID="{C5567EE0-3AC4-4F8D-8758-4AFEC5FA7701}" presName="sibTrans" presStyleCnt="0"/>
      <dgm:spPr/>
    </dgm:pt>
    <dgm:pt modelId="{84F4B439-14AD-4C21-A66B-73214632BCAD}" type="pres">
      <dgm:prSet presAssocID="{F9AEC334-DF95-4FCA-BB7C-03EE85938910}" presName="node" presStyleLbl="node1" presStyleIdx="10" presStyleCnt="12">
        <dgm:presLayoutVars>
          <dgm:bulletEnabled val="1"/>
        </dgm:presLayoutVars>
      </dgm:prSet>
      <dgm:spPr/>
    </dgm:pt>
    <dgm:pt modelId="{7261F5CD-0A9E-4389-A5A1-281EF9D420EA}" type="pres">
      <dgm:prSet presAssocID="{D92A08A5-9533-4EB8-A9AB-82EEE67BF9FF}" presName="sibTrans" presStyleCnt="0"/>
      <dgm:spPr/>
    </dgm:pt>
    <dgm:pt modelId="{AE6FA8CF-1D29-4836-8F56-52E22FE95DB7}" type="pres">
      <dgm:prSet presAssocID="{FAEC6FED-4BBD-47A6-960D-F28DF313C5A1}" presName="node" presStyleLbl="node1" presStyleIdx="11" presStyleCnt="12">
        <dgm:presLayoutVars>
          <dgm:bulletEnabled val="1"/>
        </dgm:presLayoutVars>
      </dgm:prSet>
      <dgm:spPr/>
    </dgm:pt>
  </dgm:ptLst>
  <dgm:cxnLst>
    <dgm:cxn modelId="{70ABDC01-7F55-4069-B142-EE0CCBFD9FD7}" srcId="{57940B25-054A-405D-BAFE-B36DAAA1B191}" destId="{6EFACB72-3F6D-48E6-9AEC-AE541DB4F0FD}" srcOrd="2" destOrd="0" parTransId="{2F66BEDB-83F7-499A-ACEE-6EED87B97DF7}" sibTransId="{52143B2D-B45E-4373-8643-DFA25F340D65}"/>
    <dgm:cxn modelId="{20BDD606-B128-4C8E-B172-0DC28B6CDDE7}" type="presOf" srcId="{3BF40963-D108-4D08-8FF5-A4B65F87FDEF}" destId="{D4AC5CC0-D555-4457-B990-A5628A194504}" srcOrd="0" destOrd="0" presId="urn:microsoft.com/office/officeart/2005/8/layout/default"/>
    <dgm:cxn modelId="{DB374611-9F8A-4CF5-9798-57B6831004D0}" type="presOf" srcId="{6EFACB72-3F6D-48E6-9AEC-AE541DB4F0FD}" destId="{F1E94828-AE48-4753-9252-6CB313189392}" srcOrd="0" destOrd="0" presId="urn:microsoft.com/office/officeart/2005/8/layout/default"/>
    <dgm:cxn modelId="{72938417-3247-441F-87CA-65B9ECD7BD9E}" srcId="{57940B25-054A-405D-BAFE-B36DAAA1B191}" destId="{FC0C3D65-698E-4861-95D4-F0201A737383}" srcOrd="8" destOrd="0" parTransId="{6CE93184-EF15-439B-9495-BC860AB664E5}" sibTransId="{E0ADCCD5-DCED-425B-BA02-00C8813654FC}"/>
    <dgm:cxn modelId="{F0331562-9231-4D2B-BBC0-90D8D6A7BF5F}" srcId="{57940B25-054A-405D-BAFE-B36DAAA1B191}" destId="{32E203DE-B82A-414C-96CD-FEE1815E1961}" srcOrd="0" destOrd="0" parTransId="{451784F0-6CBF-4DD2-A695-2150A2889625}" sibTransId="{5DB43930-0F08-48A2-8451-A993E149005E}"/>
    <dgm:cxn modelId="{90DB2169-B260-4221-8335-85D4286B1B23}" srcId="{57940B25-054A-405D-BAFE-B36DAAA1B191}" destId="{C009329B-50D7-40D4-93B5-A4F1BCEED731}" srcOrd="5" destOrd="0" parTransId="{62ABA463-5F18-4157-8BF3-210EB3887C51}" sibTransId="{CC9E0959-D96B-424F-B61F-C6817A865096}"/>
    <dgm:cxn modelId="{749B6B6D-60DD-4AAA-8684-1C53C51B620A}" srcId="{57940B25-054A-405D-BAFE-B36DAAA1B191}" destId="{FAEC6FED-4BBD-47A6-960D-F28DF313C5A1}" srcOrd="11" destOrd="0" parTransId="{6D394637-6159-4090-A7B9-418BB4B3C367}" sibTransId="{13A3BDF7-660E-45BD-B41B-4E380B127710}"/>
    <dgm:cxn modelId="{A7260A6F-8115-4867-AB48-3AFB6CC96D22}" srcId="{57940B25-054A-405D-BAFE-B36DAAA1B191}" destId="{5689904A-304B-4ECA-9A40-C28A86F7F7DC}" srcOrd="6" destOrd="0" parTransId="{1266F38C-41DE-45F7-812B-E3D0579981B8}" sibTransId="{80E49663-0412-49AD-AD0E-5D3980CB432E}"/>
    <dgm:cxn modelId="{1086AC6F-0305-495D-BB3F-E22C0159C08F}" type="presOf" srcId="{C009329B-50D7-40D4-93B5-A4F1BCEED731}" destId="{D2273392-4B2A-4BD9-9038-269C1E3B90E9}" srcOrd="0" destOrd="0" presId="urn:microsoft.com/office/officeart/2005/8/layout/default"/>
    <dgm:cxn modelId="{387C8671-C59A-4562-96D8-F0188E34078A}" type="presOf" srcId="{FC0C3D65-698E-4861-95D4-F0201A737383}" destId="{9B01167C-B115-46B7-B9A3-4D30A515918F}" srcOrd="0" destOrd="0" presId="urn:microsoft.com/office/officeart/2005/8/layout/default"/>
    <dgm:cxn modelId="{9B98DD73-B52C-4583-811A-8BE60329F5CA}" type="presOf" srcId="{5689904A-304B-4ECA-9A40-C28A86F7F7DC}" destId="{65D3D5CF-CFA4-4F9D-B678-832AE110B3FF}" srcOrd="0" destOrd="0" presId="urn:microsoft.com/office/officeart/2005/8/layout/default"/>
    <dgm:cxn modelId="{5B505F59-E45E-4DE6-90D4-18151E42B4D8}" srcId="{57940B25-054A-405D-BAFE-B36DAAA1B191}" destId="{3EA00583-CCEA-4C46-BE63-474F4E543171}" srcOrd="1" destOrd="0" parTransId="{7622B372-729A-460B-A06A-B692E6707430}" sibTransId="{BCE4813E-A7F5-484E-B60D-B900B0FF12FC}"/>
    <dgm:cxn modelId="{547BB37B-82C2-4A06-926F-A6FC7DD98D86}" srcId="{57940B25-054A-405D-BAFE-B36DAAA1B191}" destId="{3BF40963-D108-4D08-8FF5-A4B65F87FDEF}" srcOrd="9" destOrd="0" parTransId="{A8A8186F-DDAE-4692-BBCF-6818447336E9}" sibTransId="{C5567EE0-3AC4-4F8D-8758-4AFEC5FA7701}"/>
    <dgm:cxn modelId="{C38F2B86-CF54-40DE-BBAC-C60212FFDF87}" type="presOf" srcId="{FBCAB90A-F775-44F5-AFE9-B59C6A847FE9}" destId="{FE067EE9-597A-4AA2-8EE4-B92CB93DE7C3}" srcOrd="0" destOrd="0" presId="urn:microsoft.com/office/officeart/2005/8/layout/default"/>
    <dgm:cxn modelId="{9DFC479F-7335-4CB1-9505-6519C83B0D25}" srcId="{57940B25-054A-405D-BAFE-B36DAAA1B191}" destId="{8F840F09-32E1-4F63-A839-CEF812C96A5A}" srcOrd="4" destOrd="0" parTransId="{9ECD0DF8-6773-4CCA-A28B-AC7D1E1349CA}" sibTransId="{0DA8B3E6-AF74-4425-883B-6A1898124BDD}"/>
    <dgm:cxn modelId="{12D8A2A4-0D4A-4889-8D73-F1CA4795B264}" type="presOf" srcId="{82C86E7A-AC7B-44C7-9D72-532B2EE007CE}" destId="{1DC5D842-69B1-443F-8E74-A90EEE74CA0C}" srcOrd="0" destOrd="0" presId="urn:microsoft.com/office/officeart/2005/8/layout/default"/>
    <dgm:cxn modelId="{87C88DA6-2024-413E-A83D-27BDA0BCF02F}" type="presOf" srcId="{57940B25-054A-405D-BAFE-B36DAAA1B191}" destId="{A2609A98-E5D7-45DD-A04F-BAADBCE0D76E}" srcOrd="0" destOrd="0" presId="urn:microsoft.com/office/officeart/2005/8/layout/default"/>
    <dgm:cxn modelId="{E5F812A7-BF4F-4CDB-976C-2E78A6E7F485}" type="presOf" srcId="{F9AEC334-DF95-4FCA-BB7C-03EE85938910}" destId="{84F4B439-14AD-4C21-A66B-73214632BCAD}" srcOrd="0" destOrd="0" presId="urn:microsoft.com/office/officeart/2005/8/layout/default"/>
    <dgm:cxn modelId="{6682E3AC-094A-4EB3-A43A-2851F8C27071}" type="presOf" srcId="{8F840F09-32E1-4F63-A839-CEF812C96A5A}" destId="{69EEE13D-28B5-4DDB-9D7F-D7BAF9186F11}" srcOrd="0" destOrd="0" presId="urn:microsoft.com/office/officeart/2005/8/layout/default"/>
    <dgm:cxn modelId="{313B75AF-2231-4991-ADD2-F1AE94FAE46E}" type="presOf" srcId="{32E203DE-B82A-414C-96CD-FEE1815E1961}" destId="{2023AFBC-5629-4DB5-8B07-7DE872FB68A3}" srcOrd="0" destOrd="0" presId="urn:microsoft.com/office/officeart/2005/8/layout/default"/>
    <dgm:cxn modelId="{E65CE9DB-7806-4930-B84D-6EC66EE29047}" srcId="{57940B25-054A-405D-BAFE-B36DAAA1B191}" destId="{82C86E7A-AC7B-44C7-9D72-532B2EE007CE}" srcOrd="7" destOrd="0" parTransId="{98C8CF78-B0CB-43EE-958C-674801377E02}" sibTransId="{88B9FD79-AB6F-4056-B29A-8145D6883392}"/>
    <dgm:cxn modelId="{B896F0E1-0F40-4D71-8557-7CF808077FE2}" type="presOf" srcId="{FAEC6FED-4BBD-47A6-960D-F28DF313C5A1}" destId="{AE6FA8CF-1D29-4836-8F56-52E22FE95DB7}" srcOrd="0" destOrd="0" presId="urn:microsoft.com/office/officeart/2005/8/layout/default"/>
    <dgm:cxn modelId="{011BC3F2-4662-4116-8484-6EC54FD359BD}" srcId="{57940B25-054A-405D-BAFE-B36DAAA1B191}" destId="{F9AEC334-DF95-4FCA-BB7C-03EE85938910}" srcOrd="10" destOrd="0" parTransId="{CAF6A175-318E-4B65-BFFF-84F692608D77}" sibTransId="{D92A08A5-9533-4EB8-A9AB-82EEE67BF9FF}"/>
    <dgm:cxn modelId="{30CB1CF7-9FED-4035-A2A1-483C90B08ECE}" srcId="{57940B25-054A-405D-BAFE-B36DAAA1B191}" destId="{FBCAB90A-F775-44F5-AFE9-B59C6A847FE9}" srcOrd="3" destOrd="0" parTransId="{2461F6A9-4F8E-424F-923B-39CFCEEFB812}" sibTransId="{5C543738-0CC1-4057-B2C9-E683B618F50E}"/>
    <dgm:cxn modelId="{8F318CF8-6C39-4E20-9AAC-BE15CD0AC5B6}" type="presOf" srcId="{3EA00583-CCEA-4C46-BE63-474F4E543171}" destId="{4DF7BD5C-9F91-4FC7-AD4B-140D314DB334}" srcOrd="0" destOrd="0" presId="urn:microsoft.com/office/officeart/2005/8/layout/default"/>
    <dgm:cxn modelId="{0DEAF3D8-6EB3-4C03-B73F-57B4CCE8D290}" type="presParOf" srcId="{A2609A98-E5D7-45DD-A04F-BAADBCE0D76E}" destId="{2023AFBC-5629-4DB5-8B07-7DE872FB68A3}" srcOrd="0" destOrd="0" presId="urn:microsoft.com/office/officeart/2005/8/layout/default"/>
    <dgm:cxn modelId="{0E5A01D9-2900-433F-B899-35E3170016F0}" type="presParOf" srcId="{A2609A98-E5D7-45DD-A04F-BAADBCE0D76E}" destId="{D5D5F7D0-2DB6-4B0C-96D7-C64BEF01F8E3}" srcOrd="1" destOrd="0" presId="urn:microsoft.com/office/officeart/2005/8/layout/default"/>
    <dgm:cxn modelId="{96F4D737-336F-41EE-B52E-BEEF3B8D58B7}" type="presParOf" srcId="{A2609A98-E5D7-45DD-A04F-BAADBCE0D76E}" destId="{4DF7BD5C-9F91-4FC7-AD4B-140D314DB334}" srcOrd="2" destOrd="0" presId="urn:microsoft.com/office/officeart/2005/8/layout/default"/>
    <dgm:cxn modelId="{2C9DE56D-694D-432B-9695-009BC4672B58}" type="presParOf" srcId="{A2609A98-E5D7-45DD-A04F-BAADBCE0D76E}" destId="{35DE9E7C-B5FA-4F95-887F-DA5974098C0A}" srcOrd="3" destOrd="0" presId="urn:microsoft.com/office/officeart/2005/8/layout/default"/>
    <dgm:cxn modelId="{75FDE4AE-E22A-4CF9-B512-8FD9A667425F}" type="presParOf" srcId="{A2609A98-E5D7-45DD-A04F-BAADBCE0D76E}" destId="{F1E94828-AE48-4753-9252-6CB313189392}" srcOrd="4" destOrd="0" presId="urn:microsoft.com/office/officeart/2005/8/layout/default"/>
    <dgm:cxn modelId="{8AF48582-0995-4DD7-9D56-DA0AB90C0C85}" type="presParOf" srcId="{A2609A98-E5D7-45DD-A04F-BAADBCE0D76E}" destId="{E626E722-5E39-49FB-A7EB-816F4805DA71}" srcOrd="5" destOrd="0" presId="urn:microsoft.com/office/officeart/2005/8/layout/default"/>
    <dgm:cxn modelId="{0655E9BA-D33B-4E2C-AC08-2B3C07EAB19E}" type="presParOf" srcId="{A2609A98-E5D7-45DD-A04F-BAADBCE0D76E}" destId="{FE067EE9-597A-4AA2-8EE4-B92CB93DE7C3}" srcOrd="6" destOrd="0" presId="urn:microsoft.com/office/officeart/2005/8/layout/default"/>
    <dgm:cxn modelId="{F7CA647D-15A4-4E84-8AD9-736D28FEB34E}" type="presParOf" srcId="{A2609A98-E5D7-45DD-A04F-BAADBCE0D76E}" destId="{591FEFCB-7CB5-41DD-9393-2B319DB3BAC0}" srcOrd="7" destOrd="0" presId="urn:microsoft.com/office/officeart/2005/8/layout/default"/>
    <dgm:cxn modelId="{95720B0D-D2D9-43B0-B5B6-EEC089E47B06}" type="presParOf" srcId="{A2609A98-E5D7-45DD-A04F-BAADBCE0D76E}" destId="{69EEE13D-28B5-4DDB-9D7F-D7BAF9186F11}" srcOrd="8" destOrd="0" presId="urn:microsoft.com/office/officeart/2005/8/layout/default"/>
    <dgm:cxn modelId="{97F94C55-B5E2-48BC-8F1C-0B967F1E097D}" type="presParOf" srcId="{A2609A98-E5D7-45DD-A04F-BAADBCE0D76E}" destId="{6C163D23-19EB-407C-86AA-48EF8CCAF4E5}" srcOrd="9" destOrd="0" presId="urn:microsoft.com/office/officeart/2005/8/layout/default"/>
    <dgm:cxn modelId="{7BC0D568-E3F0-436D-8756-969E4821F8C4}" type="presParOf" srcId="{A2609A98-E5D7-45DD-A04F-BAADBCE0D76E}" destId="{D2273392-4B2A-4BD9-9038-269C1E3B90E9}" srcOrd="10" destOrd="0" presId="urn:microsoft.com/office/officeart/2005/8/layout/default"/>
    <dgm:cxn modelId="{63A140B0-D691-43D0-9065-1295E068F919}" type="presParOf" srcId="{A2609A98-E5D7-45DD-A04F-BAADBCE0D76E}" destId="{1E338C5A-800A-43CE-86D7-6D881D57BBC0}" srcOrd="11" destOrd="0" presId="urn:microsoft.com/office/officeart/2005/8/layout/default"/>
    <dgm:cxn modelId="{1FDE3FA1-1E90-41C9-91FF-76D54B30EFFE}" type="presParOf" srcId="{A2609A98-E5D7-45DD-A04F-BAADBCE0D76E}" destId="{65D3D5CF-CFA4-4F9D-B678-832AE110B3FF}" srcOrd="12" destOrd="0" presId="urn:microsoft.com/office/officeart/2005/8/layout/default"/>
    <dgm:cxn modelId="{06053AA2-D01A-4DA2-B4B9-D6102A4A4162}" type="presParOf" srcId="{A2609A98-E5D7-45DD-A04F-BAADBCE0D76E}" destId="{B6EE1EF9-0C39-4FAA-80D7-F12E0C9D5FD9}" srcOrd="13" destOrd="0" presId="urn:microsoft.com/office/officeart/2005/8/layout/default"/>
    <dgm:cxn modelId="{89C05D9E-B4F2-40E6-9F69-6AF052248AEA}" type="presParOf" srcId="{A2609A98-E5D7-45DD-A04F-BAADBCE0D76E}" destId="{1DC5D842-69B1-443F-8E74-A90EEE74CA0C}" srcOrd="14" destOrd="0" presId="urn:microsoft.com/office/officeart/2005/8/layout/default"/>
    <dgm:cxn modelId="{54EC55A1-BF10-43A1-87D6-3BE62B4DFA86}" type="presParOf" srcId="{A2609A98-E5D7-45DD-A04F-BAADBCE0D76E}" destId="{3F8B8274-020A-4B0B-AEAF-EE232B541CB7}" srcOrd="15" destOrd="0" presId="urn:microsoft.com/office/officeart/2005/8/layout/default"/>
    <dgm:cxn modelId="{3DED830D-11EC-4AF6-9D45-29EA1E4E449D}" type="presParOf" srcId="{A2609A98-E5D7-45DD-A04F-BAADBCE0D76E}" destId="{9B01167C-B115-46B7-B9A3-4D30A515918F}" srcOrd="16" destOrd="0" presId="urn:microsoft.com/office/officeart/2005/8/layout/default"/>
    <dgm:cxn modelId="{6033BF2B-BA58-4CE4-9A59-8B15B8BD61FC}" type="presParOf" srcId="{A2609A98-E5D7-45DD-A04F-BAADBCE0D76E}" destId="{F223F4D1-AA05-48A0-A88B-8900485825AA}" srcOrd="17" destOrd="0" presId="urn:microsoft.com/office/officeart/2005/8/layout/default"/>
    <dgm:cxn modelId="{83DB0161-5000-4DBA-96BC-AD4A27B83DDE}" type="presParOf" srcId="{A2609A98-E5D7-45DD-A04F-BAADBCE0D76E}" destId="{D4AC5CC0-D555-4457-B990-A5628A194504}" srcOrd="18" destOrd="0" presId="urn:microsoft.com/office/officeart/2005/8/layout/default"/>
    <dgm:cxn modelId="{8D89B3DA-BAB0-4EF1-A261-25E897FC9177}" type="presParOf" srcId="{A2609A98-E5D7-45DD-A04F-BAADBCE0D76E}" destId="{D3A790C3-028C-4B3C-96C2-0FC5497C3918}" srcOrd="19" destOrd="0" presId="urn:microsoft.com/office/officeart/2005/8/layout/default"/>
    <dgm:cxn modelId="{207F51FB-8242-4F4D-A687-AA2082812C19}" type="presParOf" srcId="{A2609A98-E5D7-45DD-A04F-BAADBCE0D76E}" destId="{84F4B439-14AD-4C21-A66B-73214632BCAD}" srcOrd="20" destOrd="0" presId="urn:microsoft.com/office/officeart/2005/8/layout/default"/>
    <dgm:cxn modelId="{6D6B56A0-A758-46B9-B310-B32A6A5EC6A8}" type="presParOf" srcId="{A2609A98-E5D7-45DD-A04F-BAADBCE0D76E}" destId="{7261F5CD-0A9E-4389-A5A1-281EF9D420EA}" srcOrd="21" destOrd="0" presId="urn:microsoft.com/office/officeart/2005/8/layout/default"/>
    <dgm:cxn modelId="{7625ABF0-0B92-4BD0-ABC0-57A6951A874B}" type="presParOf" srcId="{A2609A98-E5D7-45DD-A04F-BAADBCE0D76E}" destId="{AE6FA8CF-1D29-4836-8F56-52E22FE95DB7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A4BD7DA-8D4F-4793-8B4A-DBF40749DD09}" type="doc">
      <dgm:prSet loTypeId="urn:microsoft.com/office/officeart/2008/layout/NameandTitleOrganizationalChart" loCatId="hierarchy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807A6272-F18C-442A-BD56-1243D8DF3DD3}">
      <dgm:prSet phldrT="[Текст]"/>
      <dgm:spPr/>
      <dgm:t>
        <a:bodyPr/>
        <a:lstStyle/>
        <a:p>
          <a:r>
            <a:rPr lang="en-US" dirty="0" err="1">
              <a:latin typeface="Bahnschrift SemiBold" panose="020B0502040204020203" pitchFamily="34" charset="0"/>
            </a:rPr>
            <a:t>TowerDefence</a:t>
          </a:r>
          <a:endParaRPr lang="ru-RU" dirty="0">
            <a:latin typeface="Bahnschrift SemiBold" panose="020B0502040204020203" pitchFamily="34" charset="0"/>
          </a:endParaRPr>
        </a:p>
      </dgm:t>
    </dgm:pt>
    <dgm:pt modelId="{4A74B78A-B81A-46FB-BB29-F221D6AFC2B1}" type="parTrans" cxnId="{B6ADE611-49F8-4811-9C32-FFB3F67310A5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EBEFE860-8B04-42C6-A9EE-E351E441D65F}" type="sibTrans" cxnId="{B6ADE611-49F8-4811-9C32-FFB3F67310A5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Главная директория игры</a:t>
          </a:r>
        </a:p>
      </dgm:t>
    </dgm:pt>
    <dgm:pt modelId="{5E0756BB-575A-4F4A-86B2-7A2DF63D0567}" type="asst">
      <dgm:prSet phldrT="[Текст]"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_</a:t>
          </a:r>
          <a:r>
            <a:rPr lang="en-US" dirty="0">
              <a:latin typeface="Bahnschrift SemiBold" panose="020B0502040204020203" pitchFamily="34" charset="0"/>
            </a:rPr>
            <a:t>internal</a:t>
          </a:r>
          <a:endParaRPr lang="ru-RU" dirty="0">
            <a:latin typeface="Bahnschrift SemiBold" panose="020B0502040204020203" pitchFamily="34" charset="0"/>
          </a:endParaRPr>
        </a:p>
      </dgm:t>
    </dgm:pt>
    <dgm:pt modelId="{93A0B6E2-5995-4F32-B483-C2D5300D755B}" type="parTrans" cxnId="{27A0D2B4-57AD-44E4-B4F3-33BF77A7CD9B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438887A3-B17D-4C91-B99D-AC0C6067FE3F}" type="sibTrans" cxnId="{27A0D2B4-57AD-44E4-B4F3-33BF77A7CD9B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Данные для работы </a:t>
          </a:r>
          <a:r>
            <a:rPr lang="en-US" dirty="0">
              <a:latin typeface="Bahnschrift SemiBold" panose="020B0502040204020203" pitchFamily="34" charset="0"/>
            </a:rPr>
            <a:t>exe</a:t>
          </a:r>
          <a:endParaRPr lang="ru-RU" dirty="0">
            <a:latin typeface="Bahnschrift SemiBold" panose="020B0502040204020203" pitchFamily="34" charset="0"/>
          </a:endParaRPr>
        </a:p>
      </dgm:t>
    </dgm:pt>
    <dgm:pt modelId="{97BF69C8-6F30-418E-B09D-356E97925AB3}">
      <dgm:prSet phldrT="[Текст]"/>
      <dgm:spPr/>
      <dgm:t>
        <a:bodyPr/>
        <a:lstStyle/>
        <a:p>
          <a:r>
            <a:rPr lang="en-US" dirty="0" err="1">
              <a:latin typeface="Bahnschrift SemiBold" panose="020B0502040204020203" pitchFamily="34" charset="0"/>
            </a:rPr>
            <a:t>player_data</a:t>
          </a:r>
          <a:endParaRPr lang="ru-RU" dirty="0">
            <a:latin typeface="Bahnschrift SemiBold" panose="020B0502040204020203" pitchFamily="34" charset="0"/>
          </a:endParaRPr>
        </a:p>
      </dgm:t>
    </dgm:pt>
    <dgm:pt modelId="{F3EEC16F-D914-46BE-822E-4E626C21E4CC}" type="parTrans" cxnId="{5DB2D49A-F05B-4485-8B7E-1122DDFD1D12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576DA98F-0B7C-40DC-B857-DEA8BB16D194}" type="sibTrans" cxnId="{5DB2D49A-F05B-4485-8B7E-1122DDFD1D12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Данные игрока</a:t>
          </a:r>
        </a:p>
      </dgm:t>
    </dgm:pt>
    <dgm:pt modelId="{6629A61D-AC00-489B-A281-C48146D771B4}">
      <dgm:prSet phldrT="[Текст]"/>
      <dgm:spPr/>
      <dgm:t>
        <a:bodyPr/>
        <a:lstStyle/>
        <a:p>
          <a:r>
            <a:rPr lang="en-US" dirty="0">
              <a:latin typeface="Bahnschrift SemiBold" panose="020B0502040204020203" pitchFamily="34" charset="0"/>
            </a:rPr>
            <a:t>content</a:t>
          </a:r>
          <a:endParaRPr lang="ru-RU" dirty="0">
            <a:latin typeface="Bahnschrift SemiBold" panose="020B0502040204020203" pitchFamily="34" charset="0"/>
          </a:endParaRPr>
        </a:p>
      </dgm:t>
    </dgm:pt>
    <dgm:pt modelId="{90778474-40EA-497B-BF5D-76A716ED5825}" type="parTrans" cxnId="{9D0F05B1-8ECC-4930-A118-D0B1E929855A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D75F5212-6B92-4D31-A5BA-B95AF7C0ACF5}" type="sibTrans" cxnId="{9D0F05B1-8ECC-4930-A118-D0B1E929855A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Основной контент игры</a:t>
          </a:r>
        </a:p>
      </dgm:t>
    </dgm:pt>
    <dgm:pt modelId="{5D2F3A35-3C68-4E76-BF46-27BFC8C59751}">
      <dgm:prSet/>
      <dgm:spPr/>
      <dgm:t>
        <a:bodyPr/>
        <a:lstStyle/>
        <a:p>
          <a:r>
            <a:rPr lang="en-US" dirty="0">
              <a:latin typeface="Bahnschrift SemiBold" panose="020B0502040204020203" pitchFamily="34" charset="0"/>
            </a:rPr>
            <a:t>settings</a:t>
          </a:r>
          <a:endParaRPr lang="ru-RU" dirty="0">
            <a:latin typeface="Bahnschrift SemiBold" panose="020B0502040204020203" pitchFamily="34" charset="0"/>
          </a:endParaRPr>
        </a:p>
      </dgm:t>
    </dgm:pt>
    <dgm:pt modelId="{8F068749-BC15-4B77-8748-8CC76883BE73}" type="parTrans" cxnId="{1A628E67-AB5D-4660-974B-AA2095924D20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4030E2BD-89B5-44D3-8CC9-4FDF62935878}" type="sibTrans" cxnId="{1A628E67-AB5D-4660-974B-AA2095924D20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Настройки игры</a:t>
          </a:r>
        </a:p>
      </dgm:t>
    </dgm:pt>
    <dgm:pt modelId="{D6ACD60E-0B58-47E3-802E-366A733E00CF}">
      <dgm:prSet/>
      <dgm:spPr/>
      <dgm:t>
        <a:bodyPr/>
        <a:lstStyle/>
        <a:p>
          <a:r>
            <a:rPr lang="en-US" dirty="0">
              <a:latin typeface="Bahnschrift SemiBold" panose="020B0502040204020203" pitchFamily="34" charset="0"/>
            </a:rPr>
            <a:t>saves</a:t>
          </a:r>
          <a:endParaRPr lang="ru-RU" dirty="0">
            <a:latin typeface="Bahnschrift SemiBold" panose="020B0502040204020203" pitchFamily="34" charset="0"/>
          </a:endParaRPr>
        </a:p>
      </dgm:t>
    </dgm:pt>
    <dgm:pt modelId="{65EF8AC5-F03D-4897-848F-C4111536B7BC}" type="parTrans" cxnId="{1CD9E25C-8F24-403F-AC18-544187EC0D05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BFF0ED99-69E5-46CB-9D17-02CF67608540}" type="sibTrans" cxnId="{1CD9E25C-8F24-403F-AC18-544187EC0D05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Сохранения игрока</a:t>
          </a:r>
        </a:p>
      </dgm:t>
    </dgm:pt>
    <dgm:pt modelId="{40FB3D60-6DFA-4D31-B2AB-821F9895D534}">
      <dgm:prSet/>
      <dgm:spPr/>
      <dgm:t>
        <a:bodyPr/>
        <a:lstStyle/>
        <a:p>
          <a:r>
            <a:rPr lang="en-US" dirty="0">
              <a:latin typeface="Bahnschrift SemiBold" panose="020B0502040204020203" pitchFamily="34" charset="0"/>
            </a:rPr>
            <a:t>controls</a:t>
          </a:r>
          <a:endParaRPr lang="ru-RU" dirty="0">
            <a:latin typeface="Bahnschrift SemiBold" panose="020B0502040204020203" pitchFamily="34" charset="0"/>
          </a:endParaRPr>
        </a:p>
      </dgm:t>
    </dgm:pt>
    <dgm:pt modelId="{00B0C945-7246-41AF-AA2D-3FC5F40F4B0F}" type="parTrans" cxnId="{FFE2C409-C591-4032-9305-230BF69D3D6B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3BC1E1B7-EC6E-4C97-8FBE-C34493EF465F}" type="sibTrans" cxnId="{FFE2C409-C591-4032-9305-230BF69D3D6B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Управление</a:t>
          </a:r>
        </a:p>
      </dgm:t>
    </dgm:pt>
    <dgm:pt modelId="{8D36F150-59EC-4C8C-BC0F-1DADF92BEB58}">
      <dgm:prSet/>
      <dgm:spPr/>
      <dgm:t>
        <a:bodyPr/>
        <a:lstStyle/>
        <a:p>
          <a:r>
            <a:rPr lang="en-US" dirty="0">
              <a:latin typeface="Bahnschrift SemiBold" panose="020B0502040204020203" pitchFamily="34" charset="0"/>
            </a:rPr>
            <a:t>sounds</a:t>
          </a:r>
          <a:endParaRPr lang="ru-RU" dirty="0">
            <a:latin typeface="Bahnschrift SemiBold" panose="020B0502040204020203" pitchFamily="34" charset="0"/>
          </a:endParaRPr>
        </a:p>
      </dgm:t>
    </dgm:pt>
    <dgm:pt modelId="{65698AA6-2536-4FB7-AE0E-5E470C751AC8}" type="parTrans" cxnId="{955D823D-7649-41D4-BC3A-5C7F683C04F7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E3FC1B3B-F3CB-4352-8D1D-E04D311097B7}" type="sibTrans" cxnId="{955D823D-7649-41D4-BC3A-5C7F683C04F7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Звук</a:t>
          </a:r>
        </a:p>
      </dgm:t>
    </dgm:pt>
    <dgm:pt modelId="{EFCF07CF-3E1F-41D6-B2F3-0B3F9FB6CFFE}">
      <dgm:prSet/>
      <dgm:spPr/>
      <dgm:t>
        <a:bodyPr/>
        <a:lstStyle/>
        <a:p>
          <a:r>
            <a:rPr lang="en-US" dirty="0">
              <a:latin typeface="Bahnschrift SemiBold" panose="020B0502040204020203" pitchFamily="34" charset="0"/>
            </a:rPr>
            <a:t>scripts</a:t>
          </a:r>
          <a:endParaRPr lang="ru-RU" dirty="0">
            <a:latin typeface="Bahnschrift SemiBold" panose="020B0502040204020203" pitchFamily="34" charset="0"/>
          </a:endParaRPr>
        </a:p>
      </dgm:t>
    </dgm:pt>
    <dgm:pt modelId="{66B751A1-14AC-4701-A0CB-F7BFF6124277}" type="parTrans" cxnId="{6225D936-E6E7-4799-BB7E-FBC6F36AEDF9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C0C02C85-8878-4E9E-A181-4C81D5B50106}" type="sibTrans" cxnId="{6225D936-E6E7-4799-BB7E-FBC6F36AEDF9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Основные скрипты</a:t>
          </a:r>
        </a:p>
      </dgm:t>
    </dgm:pt>
    <dgm:pt modelId="{08F18D23-22B9-45ED-96ED-C4AB800F2313}">
      <dgm:prSet/>
      <dgm:spPr/>
      <dgm:t>
        <a:bodyPr/>
        <a:lstStyle/>
        <a:p>
          <a:r>
            <a:rPr lang="en-US" dirty="0">
              <a:latin typeface="Bahnschrift SemiBold" panose="020B0502040204020203" pitchFamily="34" charset="0"/>
            </a:rPr>
            <a:t>resources</a:t>
          </a:r>
          <a:endParaRPr lang="ru-RU" dirty="0">
            <a:latin typeface="Bahnschrift SemiBold" panose="020B0502040204020203" pitchFamily="34" charset="0"/>
          </a:endParaRPr>
        </a:p>
      </dgm:t>
    </dgm:pt>
    <dgm:pt modelId="{A0307190-8346-4AB5-BD0D-F516E2560705}" type="parTrans" cxnId="{51FD282B-BA66-4873-8B7A-96E25C7524CF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A77D6223-855B-4641-A45A-1116D1B24A30}" type="sibTrans" cxnId="{51FD282B-BA66-4873-8B7A-96E25C7524CF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Ресурсы игры</a:t>
          </a:r>
        </a:p>
      </dgm:t>
    </dgm:pt>
    <dgm:pt modelId="{9E8FEFA4-DD25-4BCE-88AD-543C8C6B1550}">
      <dgm:prSet/>
      <dgm:spPr/>
      <dgm:t>
        <a:bodyPr/>
        <a:lstStyle/>
        <a:p>
          <a:r>
            <a:rPr lang="en-US" dirty="0">
              <a:latin typeface="Bahnschrift SemiBold" panose="020B0502040204020203" pitchFamily="34" charset="0"/>
            </a:rPr>
            <a:t>assets</a:t>
          </a:r>
          <a:endParaRPr lang="ru-RU" dirty="0">
            <a:latin typeface="Bahnschrift SemiBold" panose="020B0502040204020203" pitchFamily="34" charset="0"/>
          </a:endParaRPr>
        </a:p>
      </dgm:t>
    </dgm:pt>
    <dgm:pt modelId="{7593D435-20FD-4A77-A9CA-47593B1F8FB3}" type="parTrans" cxnId="{614A161C-5070-45E2-A1EC-8F2D3A09D2A9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94A1EF8F-E254-48B0-807F-39282779D7E3}" type="sibTrans" cxnId="{614A161C-5070-45E2-A1EC-8F2D3A09D2A9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Графические элементы</a:t>
          </a:r>
        </a:p>
      </dgm:t>
    </dgm:pt>
    <dgm:pt modelId="{23EB6132-809A-407B-A086-EEBD5B4E1D21}">
      <dgm:prSet/>
      <dgm:spPr/>
      <dgm:t>
        <a:bodyPr/>
        <a:lstStyle/>
        <a:p>
          <a:r>
            <a:rPr lang="en-US" dirty="0">
              <a:latin typeface="Bahnschrift SemiBold" panose="020B0502040204020203" pitchFamily="34" charset="0"/>
            </a:rPr>
            <a:t>levels</a:t>
          </a:r>
          <a:endParaRPr lang="ru-RU" dirty="0">
            <a:latin typeface="Bahnschrift SemiBold" panose="020B0502040204020203" pitchFamily="34" charset="0"/>
          </a:endParaRPr>
        </a:p>
      </dgm:t>
    </dgm:pt>
    <dgm:pt modelId="{E7C65EF6-9EF9-4529-A350-437F0B49F9D4}" type="parTrans" cxnId="{F169D84E-FADB-4CFC-B3CF-8FCA86ED8ACB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CA243B24-27A3-4384-BE01-A6CF50BF52DA}" type="sibTrans" cxnId="{F169D84E-FADB-4CFC-B3CF-8FCA86ED8ACB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Уровни</a:t>
          </a:r>
        </a:p>
      </dgm:t>
    </dgm:pt>
    <dgm:pt modelId="{DF85D01D-F098-49CE-83F0-73B16DA6A90C}">
      <dgm:prSet/>
      <dgm:spPr/>
      <dgm:t>
        <a:bodyPr/>
        <a:lstStyle/>
        <a:p>
          <a:r>
            <a:rPr lang="en-US" dirty="0">
              <a:latin typeface="Bahnschrift SemiBold" panose="020B0502040204020203" pitchFamily="34" charset="0"/>
            </a:rPr>
            <a:t>prototypes</a:t>
          </a:r>
          <a:endParaRPr lang="ru-RU" dirty="0">
            <a:latin typeface="Bahnschrift SemiBold" panose="020B0502040204020203" pitchFamily="34" charset="0"/>
          </a:endParaRPr>
        </a:p>
      </dgm:t>
    </dgm:pt>
    <dgm:pt modelId="{50BD1A47-F598-41F0-B824-F1F880CC4993}" type="parTrans" cxnId="{76E470F4-9843-499D-B5FE-8C5309CFE591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BB037751-355A-4430-8260-746F3813386C}" type="sibTrans" cxnId="{76E470F4-9843-499D-B5FE-8C5309CFE591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Прототипы для игровых объектов</a:t>
          </a:r>
        </a:p>
      </dgm:t>
    </dgm:pt>
    <dgm:pt modelId="{B09D9C3F-B9F0-4F15-AD27-45EDC2F9DBF6}" type="asst">
      <dgm:prSet/>
      <dgm:spPr/>
      <dgm:t>
        <a:bodyPr/>
        <a:lstStyle/>
        <a:p>
          <a:r>
            <a:rPr lang="en-US" dirty="0">
              <a:latin typeface="Bahnschrift SemiBold" panose="020B0502040204020203" pitchFamily="34" charset="0"/>
            </a:rPr>
            <a:t>fonts</a:t>
          </a:r>
          <a:endParaRPr lang="ru-RU" dirty="0">
            <a:latin typeface="Bahnschrift SemiBold" panose="020B0502040204020203" pitchFamily="34" charset="0"/>
          </a:endParaRPr>
        </a:p>
      </dgm:t>
    </dgm:pt>
    <dgm:pt modelId="{62BE9D40-FB2E-4F44-A00D-F1B53E3AF307}" type="parTrans" cxnId="{D75993AC-4B1E-4C5D-B8C1-79D77BEBC8BC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6C793B9C-9C18-4455-8D0B-1B1FA1B5D94F}" type="sibTrans" cxnId="{D75993AC-4B1E-4C5D-B8C1-79D77BEBC8BC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Шрифты</a:t>
          </a:r>
        </a:p>
      </dgm:t>
    </dgm:pt>
    <dgm:pt modelId="{D092F081-FDBB-4417-9DF9-01D3D69E44B0}" type="asst">
      <dgm:prSet/>
      <dgm:spPr/>
      <dgm:t>
        <a:bodyPr/>
        <a:lstStyle/>
        <a:p>
          <a:r>
            <a:rPr lang="en-US" dirty="0">
              <a:latin typeface="Bahnschrift SemiBold" panose="020B0502040204020203" pitchFamily="34" charset="0"/>
            </a:rPr>
            <a:t>images</a:t>
          </a:r>
          <a:endParaRPr lang="ru-RU" dirty="0">
            <a:latin typeface="Bahnschrift SemiBold" panose="020B0502040204020203" pitchFamily="34" charset="0"/>
          </a:endParaRPr>
        </a:p>
      </dgm:t>
    </dgm:pt>
    <dgm:pt modelId="{CAB36878-93C8-418A-B780-3003023E77D8}" type="parTrans" cxnId="{77B6EBF6-E51D-4AFB-AC36-A0EC1A6DCBB9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D41F55CC-EC8F-4A6A-877C-DA3E714767D7}" type="sibTrans" cxnId="{77B6EBF6-E51D-4AFB-AC36-A0EC1A6DCBB9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Изображения</a:t>
          </a:r>
        </a:p>
      </dgm:t>
    </dgm:pt>
    <dgm:pt modelId="{B5DACAFB-8DDF-4BBB-849F-C23BD3C2A1D5}">
      <dgm:prSet/>
      <dgm:spPr/>
      <dgm:t>
        <a:bodyPr/>
        <a:lstStyle/>
        <a:p>
          <a:r>
            <a:rPr lang="en-US" dirty="0">
              <a:latin typeface="Bahnschrift SemiBold" panose="020B0502040204020203" pitchFamily="34" charset="0"/>
            </a:rPr>
            <a:t>sounds</a:t>
          </a:r>
          <a:endParaRPr lang="ru-RU" dirty="0">
            <a:latin typeface="Bahnschrift SemiBold" panose="020B0502040204020203" pitchFamily="34" charset="0"/>
          </a:endParaRPr>
        </a:p>
      </dgm:t>
    </dgm:pt>
    <dgm:pt modelId="{05F1CEFA-8AA5-4ABB-8D77-AE77BD705AC5}" type="parTrans" cxnId="{6D5962AD-7AE2-4C98-B04F-ABE1EE048D98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17FCA09C-7B76-4425-8551-E092E05EB428}" type="sibTrans" cxnId="{6D5962AD-7AE2-4C98-B04F-ABE1EE048D98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Звуки</a:t>
          </a:r>
        </a:p>
      </dgm:t>
    </dgm:pt>
    <dgm:pt modelId="{D5984FD9-2897-465A-9A30-869596CA7407}" type="pres">
      <dgm:prSet presAssocID="{4A4BD7DA-8D4F-4793-8B4A-DBF40749DD0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70F45D4-9370-4729-B33C-F4A160C61EE0}" type="pres">
      <dgm:prSet presAssocID="{807A6272-F18C-442A-BD56-1243D8DF3DD3}" presName="hierRoot1" presStyleCnt="0">
        <dgm:presLayoutVars>
          <dgm:hierBranch val="init"/>
        </dgm:presLayoutVars>
      </dgm:prSet>
      <dgm:spPr/>
    </dgm:pt>
    <dgm:pt modelId="{71FAEF34-E53A-4759-A22D-FD89CE469665}" type="pres">
      <dgm:prSet presAssocID="{807A6272-F18C-442A-BD56-1243D8DF3DD3}" presName="rootComposite1" presStyleCnt="0"/>
      <dgm:spPr/>
    </dgm:pt>
    <dgm:pt modelId="{EC25C9CC-488C-4DBA-B916-192F152AD8D0}" type="pres">
      <dgm:prSet presAssocID="{807A6272-F18C-442A-BD56-1243D8DF3DD3}" presName="rootText1" presStyleLbl="node0" presStyleIdx="0" presStyleCnt="1" custScaleX="130538">
        <dgm:presLayoutVars>
          <dgm:chMax/>
          <dgm:chPref val="3"/>
        </dgm:presLayoutVars>
      </dgm:prSet>
      <dgm:spPr/>
    </dgm:pt>
    <dgm:pt modelId="{30EA74BB-BFDC-4BDF-AD5C-DCBB05158473}" type="pres">
      <dgm:prSet presAssocID="{807A6272-F18C-442A-BD56-1243D8DF3DD3}" presName="titleText1" presStyleLbl="fgAcc0" presStyleIdx="0" presStyleCnt="1">
        <dgm:presLayoutVars>
          <dgm:chMax val="0"/>
          <dgm:chPref val="0"/>
        </dgm:presLayoutVars>
      </dgm:prSet>
      <dgm:spPr/>
    </dgm:pt>
    <dgm:pt modelId="{DEA7BE2A-0DBF-4982-B872-0617F6834B97}" type="pres">
      <dgm:prSet presAssocID="{807A6272-F18C-442A-BD56-1243D8DF3DD3}" presName="rootConnector1" presStyleLbl="node1" presStyleIdx="0" presStyleCnt="12"/>
      <dgm:spPr/>
    </dgm:pt>
    <dgm:pt modelId="{F130E179-B574-4387-9C02-A4C85F93B4FD}" type="pres">
      <dgm:prSet presAssocID="{807A6272-F18C-442A-BD56-1243D8DF3DD3}" presName="hierChild2" presStyleCnt="0"/>
      <dgm:spPr/>
    </dgm:pt>
    <dgm:pt modelId="{C1C533FE-E8CE-4A27-AB65-A7FA9E6E7880}" type="pres">
      <dgm:prSet presAssocID="{F3EEC16F-D914-46BE-822E-4E626C21E4CC}" presName="Name37" presStyleLbl="parChTrans1D2" presStyleIdx="0" presStyleCnt="3"/>
      <dgm:spPr/>
    </dgm:pt>
    <dgm:pt modelId="{76BBD061-6143-4207-89C6-50EFC1F0DD1C}" type="pres">
      <dgm:prSet presAssocID="{97BF69C8-6F30-418E-B09D-356E97925AB3}" presName="hierRoot2" presStyleCnt="0">
        <dgm:presLayoutVars>
          <dgm:hierBranch val="init"/>
        </dgm:presLayoutVars>
      </dgm:prSet>
      <dgm:spPr/>
    </dgm:pt>
    <dgm:pt modelId="{DC6DF0DC-C81E-4A4F-8191-7C5902BB9417}" type="pres">
      <dgm:prSet presAssocID="{97BF69C8-6F30-418E-B09D-356E97925AB3}" presName="rootComposite" presStyleCnt="0"/>
      <dgm:spPr/>
    </dgm:pt>
    <dgm:pt modelId="{89204B13-B651-4118-95A6-8C075A6A02DE}" type="pres">
      <dgm:prSet presAssocID="{97BF69C8-6F30-418E-B09D-356E97925AB3}" presName="rootText" presStyleLbl="node1" presStyleIdx="0" presStyleCnt="12">
        <dgm:presLayoutVars>
          <dgm:chMax/>
          <dgm:chPref val="3"/>
        </dgm:presLayoutVars>
      </dgm:prSet>
      <dgm:spPr/>
    </dgm:pt>
    <dgm:pt modelId="{8C0CB776-8C8B-4797-8F95-E2AF03A29588}" type="pres">
      <dgm:prSet presAssocID="{97BF69C8-6F30-418E-B09D-356E97925AB3}" presName="titleText2" presStyleLbl="fgAcc1" presStyleIdx="0" presStyleCnt="12">
        <dgm:presLayoutVars>
          <dgm:chMax val="0"/>
          <dgm:chPref val="0"/>
        </dgm:presLayoutVars>
      </dgm:prSet>
      <dgm:spPr/>
    </dgm:pt>
    <dgm:pt modelId="{B660DE68-3B6F-47BC-92C2-ECC1749B7D92}" type="pres">
      <dgm:prSet presAssocID="{97BF69C8-6F30-418E-B09D-356E97925AB3}" presName="rootConnector" presStyleLbl="node2" presStyleIdx="0" presStyleCnt="0"/>
      <dgm:spPr/>
    </dgm:pt>
    <dgm:pt modelId="{858070C0-3463-4815-81E4-9818759171A2}" type="pres">
      <dgm:prSet presAssocID="{97BF69C8-6F30-418E-B09D-356E97925AB3}" presName="hierChild4" presStyleCnt="0"/>
      <dgm:spPr/>
    </dgm:pt>
    <dgm:pt modelId="{A145FB4B-5978-4315-ACCE-3E3FBB9FDA72}" type="pres">
      <dgm:prSet presAssocID="{8F068749-BC15-4B77-8748-8CC76883BE73}" presName="Name37" presStyleLbl="parChTrans1D3" presStyleIdx="0" presStyleCnt="4"/>
      <dgm:spPr/>
    </dgm:pt>
    <dgm:pt modelId="{D64D404A-4F89-4E13-B89D-E4CA694BC98D}" type="pres">
      <dgm:prSet presAssocID="{5D2F3A35-3C68-4E76-BF46-27BFC8C59751}" presName="hierRoot2" presStyleCnt="0">
        <dgm:presLayoutVars>
          <dgm:hierBranch val="init"/>
        </dgm:presLayoutVars>
      </dgm:prSet>
      <dgm:spPr/>
    </dgm:pt>
    <dgm:pt modelId="{571DF89A-DC19-4921-90D2-D8ED30995807}" type="pres">
      <dgm:prSet presAssocID="{5D2F3A35-3C68-4E76-BF46-27BFC8C59751}" presName="rootComposite" presStyleCnt="0"/>
      <dgm:spPr/>
    </dgm:pt>
    <dgm:pt modelId="{3F8AE499-44C9-42EA-98FD-6E3A9950C131}" type="pres">
      <dgm:prSet presAssocID="{5D2F3A35-3C68-4E76-BF46-27BFC8C59751}" presName="rootText" presStyleLbl="node1" presStyleIdx="1" presStyleCnt="12">
        <dgm:presLayoutVars>
          <dgm:chMax/>
          <dgm:chPref val="3"/>
        </dgm:presLayoutVars>
      </dgm:prSet>
      <dgm:spPr/>
    </dgm:pt>
    <dgm:pt modelId="{647739E4-7FBD-49E9-A56C-19A40A36E8F7}" type="pres">
      <dgm:prSet presAssocID="{5D2F3A35-3C68-4E76-BF46-27BFC8C59751}" presName="titleText2" presStyleLbl="fgAcc1" presStyleIdx="1" presStyleCnt="12">
        <dgm:presLayoutVars>
          <dgm:chMax val="0"/>
          <dgm:chPref val="0"/>
        </dgm:presLayoutVars>
      </dgm:prSet>
      <dgm:spPr/>
    </dgm:pt>
    <dgm:pt modelId="{C438A623-D451-40A7-AFF4-79A109472A56}" type="pres">
      <dgm:prSet presAssocID="{5D2F3A35-3C68-4E76-BF46-27BFC8C59751}" presName="rootConnector" presStyleLbl="node3" presStyleIdx="0" presStyleCnt="0"/>
      <dgm:spPr/>
    </dgm:pt>
    <dgm:pt modelId="{F2901266-36D5-49D0-9940-7BB9AD0AEA40}" type="pres">
      <dgm:prSet presAssocID="{5D2F3A35-3C68-4E76-BF46-27BFC8C59751}" presName="hierChild4" presStyleCnt="0"/>
      <dgm:spPr/>
    </dgm:pt>
    <dgm:pt modelId="{98E52689-EA2B-4CF9-A0AF-4E96A3BDA7E9}" type="pres">
      <dgm:prSet presAssocID="{00B0C945-7246-41AF-AA2D-3FC5F40F4B0F}" presName="Name37" presStyleLbl="parChTrans1D4" presStyleIdx="0" presStyleCnt="8"/>
      <dgm:spPr/>
    </dgm:pt>
    <dgm:pt modelId="{F6EE5ABA-8622-4E3A-A2E1-629324AD6921}" type="pres">
      <dgm:prSet presAssocID="{40FB3D60-6DFA-4D31-B2AB-821F9895D534}" presName="hierRoot2" presStyleCnt="0">
        <dgm:presLayoutVars>
          <dgm:hierBranch val="init"/>
        </dgm:presLayoutVars>
      </dgm:prSet>
      <dgm:spPr/>
    </dgm:pt>
    <dgm:pt modelId="{16D491BC-A207-4EE5-9862-83151EF76DB7}" type="pres">
      <dgm:prSet presAssocID="{40FB3D60-6DFA-4D31-B2AB-821F9895D534}" presName="rootComposite" presStyleCnt="0"/>
      <dgm:spPr/>
    </dgm:pt>
    <dgm:pt modelId="{90EE43EF-E097-4E39-A200-53CD6775945B}" type="pres">
      <dgm:prSet presAssocID="{40FB3D60-6DFA-4D31-B2AB-821F9895D534}" presName="rootText" presStyleLbl="node1" presStyleIdx="2" presStyleCnt="12">
        <dgm:presLayoutVars>
          <dgm:chMax/>
          <dgm:chPref val="3"/>
        </dgm:presLayoutVars>
      </dgm:prSet>
      <dgm:spPr/>
    </dgm:pt>
    <dgm:pt modelId="{3B4441B5-51BE-4AA8-BF58-8BA9AA8DB028}" type="pres">
      <dgm:prSet presAssocID="{40FB3D60-6DFA-4D31-B2AB-821F9895D534}" presName="titleText2" presStyleLbl="fgAcc1" presStyleIdx="2" presStyleCnt="12">
        <dgm:presLayoutVars>
          <dgm:chMax val="0"/>
          <dgm:chPref val="0"/>
        </dgm:presLayoutVars>
      </dgm:prSet>
      <dgm:spPr/>
    </dgm:pt>
    <dgm:pt modelId="{1584E4B1-F27E-4A5F-AB7A-92B10FA4023F}" type="pres">
      <dgm:prSet presAssocID="{40FB3D60-6DFA-4D31-B2AB-821F9895D534}" presName="rootConnector" presStyleLbl="node4" presStyleIdx="0" presStyleCnt="0"/>
      <dgm:spPr/>
    </dgm:pt>
    <dgm:pt modelId="{72300CB6-69F7-4D19-AD8B-C24ACFB2ACA4}" type="pres">
      <dgm:prSet presAssocID="{40FB3D60-6DFA-4D31-B2AB-821F9895D534}" presName="hierChild4" presStyleCnt="0"/>
      <dgm:spPr/>
    </dgm:pt>
    <dgm:pt modelId="{90E6E56D-9BAE-446C-8D4D-0B4C79736BE0}" type="pres">
      <dgm:prSet presAssocID="{40FB3D60-6DFA-4D31-B2AB-821F9895D534}" presName="hierChild5" presStyleCnt="0"/>
      <dgm:spPr/>
    </dgm:pt>
    <dgm:pt modelId="{68A85679-98D9-4447-900B-15DDDDB12255}" type="pres">
      <dgm:prSet presAssocID="{65698AA6-2536-4FB7-AE0E-5E470C751AC8}" presName="Name37" presStyleLbl="parChTrans1D4" presStyleIdx="1" presStyleCnt="8"/>
      <dgm:spPr/>
    </dgm:pt>
    <dgm:pt modelId="{76319E50-FC58-408F-B741-7CE8BBC525D1}" type="pres">
      <dgm:prSet presAssocID="{8D36F150-59EC-4C8C-BC0F-1DADF92BEB58}" presName="hierRoot2" presStyleCnt="0">
        <dgm:presLayoutVars>
          <dgm:hierBranch val="init"/>
        </dgm:presLayoutVars>
      </dgm:prSet>
      <dgm:spPr/>
    </dgm:pt>
    <dgm:pt modelId="{6A0875FA-C869-4011-9FF4-0360C64E6A58}" type="pres">
      <dgm:prSet presAssocID="{8D36F150-59EC-4C8C-BC0F-1DADF92BEB58}" presName="rootComposite" presStyleCnt="0"/>
      <dgm:spPr/>
    </dgm:pt>
    <dgm:pt modelId="{DB661453-320E-4A4E-93B4-AA0B9786CA05}" type="pres">
      <dgm:prSet presAssocID="{8D36F150-59EC-4C8C-BC0F-1DADF92BEB58}" presName="rootText" presStyleLbl="node1" presStyleIdx="3" presStyleCnt="12">
        <dgm:presLayoutVars>
          <dgm:chMax/>
          <dgm:chPref val="3"/>
        </dgm:presLayoutVars>
      </dgm:prSet>
      <dgm:spPr/>
    </dgm:pt>
    <dgm:pt modelId="{60A454CE-4BC4-4CB9-AA14-FCE320EAC37A}" type="pres">
      <dgm:prSet presAssocID="{8D36F150-59EC-4C8C-BC0F-1DADF92BEB58}" presName="titleText2" presStyleLbl="fgAcc1" presStyleIdx="3" presStyleCnt="12">
        <dgm:presLayoutVars>
          <dgm:chMax val="0"/>
          <dgm:chPref val="0"/>
        </dgm:presLayoutVars>
      </dgm:prSet>
      <dgm:spPr/>
    </dgm:pt>
    <dgm:pt modelId="{F7EC3F8B-3361-4834-86C5-1531948D447D}" type="pres">
      <dgm:prSet presAssocID="{8D36F150-59EC-4C8C-BC0F-1DADF92BEB58}" presName="rootConnector" presStyleLbl="node4" presStyleIdx="0" presStyleCnt="0"/>
      <dgm:spPr/>
    </dgm:pt>
    <dgm:pt modelId="{B880C25A-A4B8-4F25-B4D7-6F6272637670}" type="pres">
      <dgm:prSet presAssocID="{8D36F150-59EC-4C8C-BC0F-1DADF92BEB58}" presName="hierChild4" presStyleCnt="0"/>
      <dgm:spPr/>
    </dgm:pt>
    <dgm:pt modelId="{AD701BCA-D420-45C4-911C-B6C76E5DDF9C}" type="pres">
      <dgm:prSet presAssocID="{8D36F150-59EC-4C8C-BC0F-1DADF92BEB58}" presName="hierChild5" presStyleCnt="0"/>
      <dgm:spPr/>
    </dgm:pt>
    <dgm:pt modelId="{5295EA9F-2ECC-48F9-BBB5-398D55268D62}" type="pres">
      <dgm:prSet presAssocID="{5D2F3A35-3C68-4E76-BF46-27BFC8C59751}" presName="hierChild5" presStyleCnt="0"/>
      <dgm:spPr/>
    </dgm:pt>
    <dgm:pt modelId="{3C98443C-DFE1-49AF-8FDC-0C43DA976527}" type="pres">
      <dgm:prSet presAssocID="{65EF8AC5-F03D-4897-848F-C4111536B7BC}" presName="Name37" presStyleLbl="parChTrans1D3" presStyleIdx="1" presStyleCnt="4"/>
      <dgm:spPr/>
    </dgm:pt>
    <dgm:pt modelId="{8A9A13D9-AB14-47BC-BCA3-BE0BC497B99E}" type="pres">
      <dgm:prSet presAssocID="{D6ACD60E-0B58-47E3-802E-366A733E00CF}" presName="hierRoot2" presStyleCnt="0">
        <dgm:presLayoutVars>
          <dgm:hierBranch val="init"/>
        </dgm:presLayoutVars>
      </dgm:prSet>
      <dgm:spPr/>
    </dgm:pt>
    <dgm:pt modelId="{91940C2E-A45D-432C-9986-1BD9B70F969E}" type="pres">
      <dgm:prSet presAssocID="{D6ACD60E-0B58-47E3-802E-366A733E00CF}" presName="rootComposite" presStyleCnt="0"/>
      <dgm:spPr/>
    </dgm:pt>
    <dgm:pt modelId="{308CF078-B1B0-4183-B66F-21DD12AEA246}" type="pres">
      <dgm:prSet presAssocID="{D6ACD60E-0B58-47E3-802E-366A733E00CF}" presName="rootText" presStyleLbl="node1" presStyleIdx="4" presStyleCnt="12">
        <dgm:presLayoutVars>
          <dgm:chMax/>
          <dgm:chPref val="3"/>
        </dgm:presLayoutVars>
      </dgm:prSet>
      <dgm:spPr/>
    </dgm:pt>
    <dgm:pt modelId="{7B15C2A7-7223-4746-80FF-109E1DDD21BD}" type="pres">
      <dgm:prSet presAssocID="{D6ACD60E-0B58-47E3-802E-366A733E00CF}" presName="titleText2" presStyleLbl="fgAcc1" presStyleIdx="4" presStyleCnt="12">
        <dgm:presLayoutVars>
          <dgm:chMax val="0"/>
          <dgm:chPref val="0"/>
        </dgm:presLayoutVars>
      </dgm:prSet>
      <dgm:spPr/>
    </dgm:pt>
    <dgm:pt modelId="{3CCBC831-8DF9-4FF7-82F7-6E7613EA5137}" type="pres">
      <dgm:prSet presAssocID="{D6ACD60E-0B58-47E3-802E-366A733E00CF}" presName="rootConnector" presStyleLbl="node3" presStyleIdx="0" presStyleCnt="0"/>
      <dgm:spPr/>
    </dgm:pt>
    <dgm:pt modelId="{4E52E532-1DA6-47EC-A5BA-4A1B77C4FF21}" type="pres">
      <dgm:prSet presAssocID="{D6ACD60E-0B58-47E3-802E-366A733E00CF}" presName="hierChild4" presStyleCnt="0"/>
      <dgm:spPr/>
    </dgm:pt>
    <dgm:pt modelId="{6CB25404-B664-42FB-9219-DF29155FF7B1}" type="pres">
      <dgm:prSet presAssocID="{D6ACD60E-0B58-47E3-802E-366A733E00CF}" presName="hierChild5" presStyleCnt="0"/>
      <dgm:spPr/>
    </dgm:pt>
    <dgm:pt modelId="{753ED432-7E60-48EB-9964-73CBF5712EA7}" type="pres">
      <dgm:prSet presAssocID="{97BF69C8-6F30-418E-B09D-356E97925AB3}" presName="hierChild5" presStyleCnt="0"/>
      <dgm:spPr/>
    </dgm:pt>
    <dgm:pt modelId="{6E5F1F02-B606-49B5-92D2-D498F0DF36EA}" type="pres">
      <dgm:prSet presAssocID="{90778474-40EA-497B-BF5D-76A716ED5825}" presName="Name37" presStyleLbl="parChTrans1D2" presStyleIdx="1" presStyleCnt="3"/>
      <dgm:spPr/>
    </dgm:pt>
    <dgm:pt modelId="{E96ABF30-0752-4842-B0D9-4024A6705093}" type="pres">
      <dgm:prSet presAssocID="{6629A61D-AC00-489B-A281-C48146D771B4}" presName="hierRoot2" presStyleCnt="0">
        <dgm:presLayoutVars>
          <dgm:hierBranch val="init"/>
        </dgm:presLayoutVars>
      </dgm:prSet>
      <dgm:spPr/>
    </dgm:pt>
    <dgm:pt modelId="{6EF0F9FC-5468-4685-A953-E255A829D093}" type="pres">
      <dgm:prSet presAssocID="{6629A61D-AC00-489B-A281-C48146D771B4}" presName="rootComposite" presStyleCnt="0"/>
      <dgm:spPr/>
    </dgm:pt>
    <dgm:pt modelId="{B1E7A48B-6B45-4923-9AC0-6CC6266B5594}" type="pres">
      <dgm:prSet presAssocID="{6629A61D-AC00-489B-A281-C48146D771B4}" presName="rootText" presStyleLbl="node1" presStyleIdx="5" presStyleCnt="12">
        <dgm:presLayoutVars>
          <dgm:chMax/>
          <dgm:chPref val="3"/>
        </dgm:presLayoutVars>
      </dgm:prSet>
      <dgm:spPr/>
    </dgm:pt>
    <dgm:pt modelId="{A80BF666-55BE-490D-AE04-ADAFE36E43A3}" type="pres">
      <dgm:prSet presAssocID="{6629A61D-AC00-489B-A281-C48146D771B4}" presName="titleText2" presStyleLbl="fgAcc1" presStyleIdx="5" presStyleCnt="12">
        <dgm:presLayoutVars>
          <dgm:chMax val="0"/>
          <dgm:chPref val="0"/>
        </dgm:presLayoutVars>
      </dgm:prSet>
      <dgm:spPr/>
    </dgm:pt>
    <dgm:pt modelId="{69BC659B-51C6-4E27-9C4F-AB0674589F9E}" type="pres">
      <dgm:prSet presAssocID="{6629A61D-AC00-489B-A281-C48146D771B4}" presName="rootConnector" presStyleLbl="node2" presStyleIdx="0" presStyleCnt="0"/>
      <dgm:spPr/>
    </dgm:pt>
    <dgm:pt modelId="{565E9123-AB8B-4A4F-946B-7DC51FB96D17}" type="pres">
      <dgm:prSet presAssocID="{6629A61D-AC00-489B-A281-C48146D771B4}" presName="hierChild4" presStyleCnt="0"/>
      <dgm:spPr/>
    </dgm:pt>
    <dgm:pt modelId="{F6F507D7-945C-4408-98A2-B92D85D53F95}" type="pres">
      <dgm:prSet presAssocID="{66B751A1-14AC-4701-A0CB-F7BFF6124277}" presName="Name37" presStyleLbl="parChTrans1D3" presStyleIdx="2" presStyleCnt="4"/>
      <dgm:spPr/>
    </dgm:pt>
    <dgm:pt modelId="{E2A23404-5174-4C1B-BC2A-B929D021F465}" type="pres">
      <dgm:prSet presAssocID="{EFCF07CF-3E1F-41D6-B2F3-0B3F9FB6CFFE}" presName="hierRoot2" presStyleCnt="0">
        <dgm:presLayoutVars>
          <dgm:hierBranch val="init"/>
        </dgm:presLayoutVars>
      </dgm:prSet>
      <dgm:spPr/>
    </dgm:pt>
    <dgm:pt modelId="{2435DECC-AEFC-4399-B1F0-8B1A5ADBB580}" type="pres">
      <dgm:prSet presAssocID="{EFCF07CF-3E1F-41D6-B2F3-0B3F9FB6CFFE}" presName="rootComposite" presStyleCnt="0"/>
      <dgm:spPr/>
    </dgm:pt>
    <dgm:pt modelId="{1C97F14A-FFA6-4F4F-BE3E-6F1DAB083830}" type="pres">
      <dgm:prSet presAssocID="{EFCF07CF-3E1F-41D6-B2F3-0B3F9FB6CFFE}" presName="rootText" presStyleLbl="node1" presStyleIdx="6" presStyleCnt="12">
        <dgm:presLayoutVars>
          <dgm:chMax/>
          <dgm:chPref val="3"/>
        </dgm:presLayoutVars>
      </dgm:prSet>
      <dgm:spPr/>
    </dgm:pt>
    <dgm:pt modelId="{E10CBC5E-615B-4C22-B029-543760215D8D}" type="pres">
      <dgm:prSet presAssocID="{EFCF07CF-3E1F-41D6-B2F3-0B3F9FB6CFFE}" presName="titleText2" presStyleLbl="fgAcc1" presStyleIdx="6" presStyleCnt="12">
        <dgm:presLayoutVars>
          <dgm:chMax val="0"/>
          <dgm:chPref val="0"/>
        </dgm:presLayoutVars>
      </dgm:prSet>
      <dgm:spPr/>
    </dgm:pt>
    <dgm:pt modelId="{F6CBC19D-4A36-41DB-B98D-1BB59061523D}" type="pres">
      <dgm:prSet presAssocID="{EFCF07CF-3E1F-41D6-B2F3-0B3F9FB6CFFE}" presName="rootConnector" presStyleLbl="node3" presStyleIdx="0" presStyleCnt="0"/>
      <dgm:spPr/>
    </dgm:pt>
    <dgm:pt modelId="{63E00AB2-BA61-4600-AF0C-3670B3E10891}" type="pres">
      <dgm:prSet presAssocID="{EFCF07CF-3E1F-41D6-B2F3-0B3F9FB6CFFE}" presName="hierChild4" presStyleCnt="0"/>
      <dgm:spPr/>
    </dgm:pt>
    <dgm:pt modelId="{3760C387-6AF4-409E-9DA7-9A5F8316D754}" type="pres">
      <dgm:prSet presAssocID="{EFCF07CF-3E1F-41D6-B2F3-0B3F9FB6CFFE}" presName="hierChild5" presStyleCnt="0"/>
      <dgm:spPr/>
    </dgm:pt>
    <dgm:pt modelId="{714A7FD7-C8CD-4AC3-97C8-94083CBB5523}" type="pres">
      <dgm:prSet presAssocID="{A0307190-8346-4AB5-BD0D-F516E2560705}" presName="Name37" presStyleLbl="parChTrans1D3" presStyleIdx="3" presStyleCnt="4"/>
      <dgm:spPr/>
    </dgm:pt>
    <dgm:pt modelId="{01FC87EF-4E29-4D03-B44B-C1CDA03F8C32}" type="pres">
      <dgm:prSet presAssocID="{08F18D23-22B9-45ED-96ED-C4AB800F2313}" presName="hierRoot2" presStyleCnt="0">
        <dgm:presLayoutVars>
          <dgm:hierBranch val="init"/>
        </dgm:presLayoutVars>
      </dgm:prSet>
      <dgm:spPr/>
    </dgm:pt>
    <dgm:pt modelId="{4B1FFC7B-1CEA-4570-A93E-8653915D406F}" type="pres">
      <dgm:prSet presAssocID="{08F18D23-22B9-45ED-96ED-C4AB800F2313}" presName="rootComposite" presStyleCnt="0"/>
      <dgm:spPr/>
    </dgm:pt>
    <dgm:pt modelId="{CF9DBA01-8DBE-4C8B-8287-DA59D9413C28}" type="pres">
      <dgm:prSet presAssocID="{08F18D23-22B9-45ED-96ED-C4AB800F2313}" presName="rootText" presStyleLbl="node1" presStyleIdx="7" presStyleCnt="12">
        <dgm:presLayoutVars>
          <dgm:chMax/>
          <dgm:chPref val="3"/>
        </dgm:presLayoutVars>
      </dgm:prSet>
      <dgm:spPr/>
    </dgm:pt>
    <dgm:pt modelId="{DFB72EDA-C4BC-4AC8-8C9A-0DBF76492C93}" type="pres">
      <dgm:prSet presAssocID="{08F18D23-22B9-45ED-96ED-C4AB800F2313}" presName="titleText2" presStyleLbl="fgAcc1" presStyleIdx="7" presStyleCnt="12">
        <dgm:presLayoutVars>
          <dgm:chMax val="0"/>
          <dgm:chPref val="0"/>
        </dgm:presLayoutVars>
      </dgm:prSet>
      <dgm:spPr/>
    </dgm:pt>
    <dgm:pt modelId="{069D8E45-97F7-461B-892B-2DA1DEE9BC91}" type="pres">
      <dgm:prSet presAssocID="{08F18D23-22B9-45ED-96ED-C4AB800F2313}" presName="rootConnector" presStyleLbl="node3" presStyleIdx="0" presStyleCnt="0"/>
      <dgm:spPr/>
    </dgm:pt>
    <dgm:pt modelId="{ECA3E682-F8F2-4D10-AE25-5B5733FD7B0F}" type="pres">
      <dgm:prSet presAssocID="{08F18D23-22B9-45ED-96ED-C4AB800F2313}" presName="hierChild4" presStyleCnt="0"/>
      <dgm:spPr/>
    </dgm:pt>
    <dgm:pt modelId="{22DF1468-D0D5-4FAF-ABA2-AA4AA8A3579A}" type="pres">
      <dgm:prSet presAssocID="{7593D435-20FD-4A77-A9CA-47593B1F8FB3}" presName="Name37" presStyleLbl="parChTrans1D4" presStyleIdx="2" presStyleCnt="8"/>
      <dgm:spPr/>
    </dgm:pt>
    <dgm:pt modelId="{2B834194-3F8E-4F03-8DB0-C520217622A2}" type="pres">
      <dgm:prSet presAssocID="{9E8FEFA4-DD25-4BCE-88AD-543C8C6B1550}" presName="hierRoot2" presStyleCnt="0">
        <dgm:presLayoutVars>
          <dgm:hierBranch val="init"/>
        </dgm:presLayoutVars>
      </dgm:prSet>
      <dgm:spPr/>
    </dgm:pt>
    <dgm:pt modelId="{A1ED51A1-7BA0-4E29-92A1-6DBBDADB608F}" type="pres">
      <dgm:prSet presAssocID="{9E8FEFA4-DD25-4BCE-88AD-543C8C6B1550}" presName="rootComposite" presStyleCnt="0"/>
      <dgm:spPr/>
    </dgm:pt>
    <dgm:pt modelId="{607B8DFA-1809-47BC-B73D-2416B38DDC98}" type="pres">
      <dgm:prSet presAssocID="{9E8FEFA4-DD25-4BCE-88AD-543C8C6B1550}" presName="rootText" presStyleLbl="node1" presStyleIdx="8" presStyleCnt="12">
        <dgm:presLayoutVars>
          <dgm:chMax/>
          <dgm:chPref val="3"/>
        </dgm:presLayoutVars>
      </dgm:prSet>
      <dgm:spPr/>
    </dgm:pt>
    <dgm:pt modelId="{AC3C5946-9A3A-4BA8-8A9D-5D026B127259}" type="pres">
      <dgm:prSet presAssocID="{9E8FEFA4-DD25-4BCE-88AD-543C8C6B1550}" presName="titleText2" presStyleLbl="fgAcc1" presStyleIdx="8" presStyleCnt="12">
        <dgm:presLayoutVars>
          <dgm:chMax val="0"/>
          <dgm:chPref val="0"/>
        </dgm:presLayoutVars>
      </dgm:prSet>
      <dgm:spPr/>
    </dgm:pt>
    <dgm:pt modelId="{578DAAE2-D31B-405A-89CB-F2D01F96FC01}" type="pres">
      <dgm:prSet presAssocID="{9E8FEFA4-DD25-4BCE-88AD-543C8C6B1550}" presName="rootConnector" presStyleLbl="node4" presStyleIdx="0" presStyleCnt="0"/>
      <dgm:spPr/>
    </dgm:pt>
    <dgm:pt modelId="{B71C73CA-FBE8-4D8C-9EE7-36A93D4CC6B4}" type="pres">
      <dgm:prSet presAssocID="{9E8FEFA4-DD25-4BCE-88AD-543C8C6B1550}" presName="hierChild4" presStyleCnt="0"/>
      <dgm:spPr/>
    </dgm:pt>
    <dgm:pt modelId="{FD0324BF-2628-46C3-865B-341608564C38}" type="pres">
      <dgm:prSet presAssocID="{05F1CEFA-8AA5-4ABB-8D77-AE77BD705AC5}" presName="Name37" presStyleLbl="parChTrans1D4" presStyleIdx="3" presStyleCnt="8"/>
      <dgm:spPr/>
    </dgm:pt>
    <dgm:pt modelId="{87CAFF10-7DF7-4432-9AD4-1892C490A9B1}" type="pres">
      <dgm:prSet presAssocID="{B5DACAFB-8DDF-4BBB-849F-C23BD3C2A1D5}" presName="hierRoot2" presStyleCnt="0">
        <dgm:presLayoutVars>
          <dgm:hierBranch val="init"/>
        </dgm:presLayoutVars>
      </dgm:prSet>
      <dgm:spPr/>
    </dgm:pt>
    <dgm:pt modelId="{124E3D04-A1FD-4DA8-8A95-D931FFACEAE8}" type="pres">
      <dgm:prSet presAssocID="{B5DACAFB-8DDF-4BBB-849F-C23BD3C2A1D5}" presName="rootComposite" presStyleCnt="0"/>
      <dgm:spPr/>
    </dgm:pt>
    <dgm:pt modelId="{16F54107-72E6-4005-B2EC-074B5384DBDD}" type="pres">
      <dgm:prSet presAssocID="{B5DACAFB-8DDF-4BBB-849F-C23BD3C2A1D5}" presName="rootText" presStyleLbl="node1" presStyleIdx="9" presStyleCnt="12" custLinFactX="96606" custLinFactY="-57847" custLinFactNeighborX="100000" custLinFactNeighborY="-100000">
        <dgm:presLayoutVars>
          <dgm:chMax/>
          <dgm:chPref val="3"/>
        </dgm:presLayoutVars>
      </dgm:prSet>
      <dgm:spPr/>
    </dgm:pt>
    <dgm:pt modelId="{008BD52E-0B91-4047-87AE-F7D025944795}" type="pres">
      <dgm:prSet presAssocID="{B5DACAFB-8DDF-4BBB-849F-C23BD3C2A1D5}" presName="titleText2" presStyleLbl="fgAcc1" presStyleIdx="9" presStyleCnt="12" custLinFactX="100000" custLinFactY="-200000" custLinFactNeighborX="118451" custLinFactNeighborY="-273542">
        <dgm:presLayoutVars>
          <dgm:chMax val="0"/>
          <dgm:chPref val="0"/>
        </dgm:presLayoutVars>
      </dgm:prSet>
      <dgm:spPr/>
    </dgm:pt>
    <dgm:pt modelId="{D6D35618-6C49-4041-A92C-2ED39EE9B53F}" type="pres">
      <dgm:prSet presAssocID="{B5DACAFB-8DDF-4BBB-849F-C23BD3C2A1D5}" presName="rootConnector" presStyleLbl="node4" presStyleIdx="0" presStyleCnt="0"/>
      <dgm:spPr/>
    </dgm:pt>
    <dgm:pt modelId="{CD351366-EABD-48C5-BBF3-BEC919DAF6F1}" type="pres">
      <dgm:prSet presAssocID="{B5DACAFB-8DDF-4BBB-849F-C23BD3C2A1D5}" presName="hierChild4" presStyleCnt="0"/>
      <dgm:spPr/>
    </dgm:pt>
    <dgm:pt modelId="{A6DEFF3A-243E-4F2E-9787-2445091F1218}" type="pres">
      <dgm:prSet presAssocID="{B5DACAFB-8DDF-4BBB-849F-C23BD3C2A1D5}" presName="hierChild5" presStyleCnt="0"/>
      <dgm:spPr/>
    </dgm:pt>
    <dgm:pt modelId="{47576448-5566-4F06-A5C2-5BD68B4DFBF2}" type="pres">
      <dgm:prSet presAssocID="{9E8FEFA4-DD25-4BCE-88AD-543C8C6B1550}" presName="hierChild5" presStyleCnt="0"/>
      <dgm:spPr/>
    </dgm:pt>
    <dgm:pt modelId="{74DFF223-D8E6-41A0-840D-402B85E4A60D}" type="pres">
      <dgm:prSet presAssocID="{62BE9D40-FB2E-4F44-A00D-F1B53E3AF307}" presName="Name96" presStyleLbl="parChTrans1D4" presStyleIdx="4" presStyleCnt="8"/>
      <dgm:spPr/>
    </dgm:pt>
    <dgm:pt modelId="{6F1E5431-A3BC-4C99-B2D0-9FE70A83AAF2}" type="pres">
      <dgm:prSet presAssocID="{B09D9C3F-B9F0-4F15-AD27-45EDC2F9DBF6}" presName="hierRoot3" presStyleCnt="0">
        <dgm:presLayoutVars>
          <dgm:hierBranch val="init"/>
        </dgm:presLayoutVars>
      </dgm:prSet>
      <dgm:spPr/>
    </dgm:pt>
    <dgm:pt modelId="{6415FF6E-98E5-4DC3-8C17-CCBF3AD8177D}" type="pres">
      <dgm:prSet presAssocID="{B09D9C3F-B9F0-4F15-AD27-45EDC2F9DBF6}" presName="rootComposite3" presStyleCnt="0"/>
      <dgm:spPr/>
    </dgm:pt>
    <dgm:pt modelId="{B6367AB1-F24E-472A-98B7-0F3AC95EE21B}" type="pres">
      <dgm:prSet presAssocID="{B09D9C3F-B9F0-4F15-AD27-45EDC2F9DBF6}" presName="rootText3" presStyleLbl="asst1" presStyleIdx="0" presStyleCnt="3">
        <dgm:presLayoutVars>
          <dgm:chPref val="3"/>
        </dgm:presLayoutVars>
      </dgm:prSet>
      <dgm:spPr/>
    </dgm:pt>
    <dgm:pt modelId="{D1D50FCC-EFBA-43AC-8C8F-A952E286EEE9}" type="pres">
      <dgm:prSet presAssocID="{B09D9C3F-B9F0-4F15-AD27-45EDC2F9DBF6}" presName="titleText3" presStyleLbl="fgAcc2" presStyleIdx="0" presStyleCnt="3">
        <dgm:presLayoutVars>
          <dgm:chMax val="0"/>
          <dgm:chPref val="0"/>
        </dgm:presLayoutVars>
      </dgm:prSet>
      <dgm:spPr/>
    </dgm:pt>
    <dgm:pt modelId="{615F2E63-2F02-418C-9334-5BEDABA045A1}" type="pres">
      <dgm:prSet presAssocID="{B09D9C3F-B9F0-4F15-AD27-45EDC2F9DBF6}" presName="rootConnector3" presStyleLbl="asst4" presStyleIdx="0" presStyleCnt="0"/>
      <dgm:spPr/>
    </dgm:pt>
    <dgm:pt modelId="{36E61E06-C0F9-4AB5-813E-B0E86B8EEEA0}" type="pres">
      <dgm:prSet presAssocID="{B09D9C3F-B9F0-4F15-AD27-45EDC2F9DBF6}" presName="hierChild6" presStyleCnt="0"/>
      <dgm:spPr/>
    </dgm:pt>
    <dgm:pt modelId="{5CAFBC5D-6CE9-499D-97DF-09A28DBE4B63}" type="pres">
      <dgm:prSet presAssocID="{B09D9C3F-B9F0-4F15-AD27-45EDC2F9DBF6}" presName="hierChild7" presStyleCnt="0"/>
      <dgm:spPr/>
    </dgm:pt>
    <dgm:pt modelId="{E78768B8-C5DF-44EE-ADF7-75BE2D51D13C}" type="pres">
      <dgm:prSet presAssocID="{CAB36878-93C8-418A-B780-3003023E77D8}" presName="Name96" presStyleLbl="parChTrans1D4" presStyleIdx="5" presStyleCnt="8"/>
      <dgm:spPr/>
    </dgm:pt>
    <dgm:pt modelId="{E35CB21B-1277-44D0-91C7-C6D3333FDB2D}" type="pres">
      <dgm:prSet presAssocID="{D092F081-FDBB-4417-9DF9-01D3D69E44B0}" presName="hierRoot3" presStyleCnt="0">
        <dgm:presLayoutVars>
          <dgm:hierBranch val="init"/>
        </dgm:presLayoutVars>
      </dgm:prSet>
      <dgm:spPr/>
    </dgm:pt>
    <dgm:pt modelId="{20986078-6421-4C9A-B0A4-94993C44DECC}" type="pres">
      <dgm:prSet presAssocID="{D092F081-FDBB-4417-9DF9-01D3D69E44B0}" presName="rootComposite3" presStyleCnt="0"/>
      <dgm:spPr/>
    </dgm:pt>
    <dgm:pt modelId="{8BFC2333-BDE4-49AD-8700-1829A2014962}" type="pres">
      <dgm:prSet presAssocID="{D092F081-FDBB-4417-9DF9-01D3D69E44B0}" presName="rootText3" presStyleLbl="asst1" presStyleIdx="1" presStyleCnt="3">
        <dgm:presLayoutVars>
          <dgm:chPref val="3"/>
        </dgm:presLayoutVars>
      </dgm:prSet>
      <dgm:spPr/>
    </dgm:pt>
    <dgm:pt modelId="{C5249466-68EB-44FB-8846-2D9D26BE3F5D}" type="pres">
      <dgm:prSet presAssocID="{D092F081-FDBB-4417-9DF9-01D3D69E44B0}" presName="titleText3" presStyleLbl="fgAcc2" presStyleIdx="1" presStyleCnt="3">
        <dgm:presLayoutVars>
          <dgm:chMax val="0"/>
          <dgm:chPref val="0"/>
        </dgm:presLayoutVars>
      </dgm:prSet>
      <dgm:spPr/>
    </dgm:pt>
    <dgm:pt modelId="{556FC37E-165D-43A6-A804-57EF67209C2A}" type="pres">
      <dgm:prSet presAssocID="{D092F081-FDBB-4417-9DF9-01D3D69E44B0}" presName="rootConnector3" presStyleLbl="asst4" presStyleIdx="0" presStyleCnt="0"/>
      <dgm:spPr/>
    </dgm:pt>
    <dgm:pt modelId="{DA07FBAD-6B45-44C4-B15C-00C46072BBA4}" type="pres">
      <dgm:prSet presAssocID="{D092F081-FDBB-4417-9DF9-01D3D69E44B0}" presName="hierChild6" presStyleCnt="0"/>
      <dgm:spPr/>
    </dgm:pt>
    <dgm:pt modelId="{3CEA3FC6-3940-4EA5-ADAB-CE125F4F3106}" type="pres">
      <dgm:prSet presAssocID="{D092F081-FDBB-4417-9DF9-01D3D69E44B0}" presName="hierChild7" presStyleCnt="0"/>
      <dgm:spPr/>
    </dgm:pt>
    <dgm:pt modelId="{A827D8AF-4786-4FE3-B0F7-FDC3B77E1DD6}" type="pres">
      <dgm:prSet presAssocID="{E7C65EF6-9EF9-4529-A350-437F0B49F9D4}" presName="Name37" presStyleLbl="parChTrans1D4" presStyleIdx="6" presStyleCnt="8"/>
      <dgm:spPr/>
    </dgm:pt>
    <dgm:pt modelId="{E75D680D-33D6-4482-90B5-028EC66EF66B}" type="pres">
      <dgm:prSet presAssocID="{23EB6132-809A-407B-A086-EEBD5B4E1D21}" presName="hierRoot2" presStyleCnt="0">
        <dgm:presLayoutVars>
          <dgm:hierBranch val="init"/>
        </dgm:presLayoutVars>
      </dgm:prSet>
      <dgm:spPr/>
    </dgm:pt>
    <dgm:pt modelId="{0463842B-1BA1-4C95-8A4F-167B0A05B910}" type="pres">
      <dgm:prSet presAssocID="{23EB6132-809A-407B-A086-EEBD5B4E1D21}" presName="rootComposite" presStyleCnt="0"/>
      <dgm:spPr/>
    </dgm:pt>
    <dgm:pt modelId="{D584345E-4634-4265-9953-4CD20D048824}" type="pres">
      <dgm:prSet presAssocID="{23EB6132-809A-407B-A086-EEBD5B4E1D21}" presName="rootText" presStyleLbl="node1" presStyleIdx="10" presStyleCnt="12">
        <dgm:presLayoutVars>
          <dgm:chMax/>
          <dgm:chPref val="3"/>
        </dgm:presLayoutVars>
      </dgm:prSet>
      <dgm:spPr/>
    </dgm:pt>
    <dgm:pt modelId="{564B7DEC-5CE5-4E43-A09C-D9ECABE934DF}" type="pres">
      <dgm:prSet presAssocID="{23EB6132-809A-407B-A086-EEBD5B4E1D21}" presName="titleText2" presStyleLbl="fgAcc1" presStyleIdx="10" presStyleCnt="12">
        <dgm:presLayoutVars>
          <dgm:chMax val="0"/>
          <dgm:chPref val="0"/>
        </dgm:presLayoutVars>
      </dgm:prSet>
      <dgm:spPr/>
    </dgm:pt>
    <dgm:pt modelId="{3A1F2125-159A-4BF8-869A-5F1762A95B13}" type="pres">
      <dgm:prSet presAssocID="{23EB6132-809A-407B-A086-EEBD5B4E1D21}" presName="rootConnector" presStyleLbl="node4" presStyleIdx="0" presStyleCnt="0"/>
      <dgm:spPr/>
    </dgm:pt>
    <dgm:pt modelId="{A6BF864F-055B-486B-92C7-BCE563274D3E}" type="pres">
      <dgm:prSet presAssocID="{23EB6132-809A-407B-A086-EEBD5B4E1D21}" presName="hierChild4" presStyleCnt="0"/>
      <dgm:spPr/>
    </dgm:pt>
    <dgm:pt modelId="{B40E97E1-608E-4743-A88A-C803F221A84E}" type="pres">
      <dgm:prSet presAssocID="{23EB6132-809A-407B-A086-EEBD5B4E1D21}" presName="hierChild5" presStyleCnt="0"/>
      <dgm:spPr/>
    </dgm:pt>
    <dgm:pt modelId="{E36D73C1-228C-460A-A26F-0CBA9D0778DD}" type="pres">
      <dgm:prSet presAssocID="{50BD1A47-F598-41F0-B824-F1F880CC4993}" presName="Name37" presStyleLbl="parChTrans1D4" presStyleIdx="7" presStyleCnt="8"/>
      <dgm:spPr/>
    </dgm:pt>
    <dgm:pt modelId="{46845363-9C26-47CC-838D-EBE0426E9BD0}" type="pres">
      <dgm:prSet presAssocID="{DF85D01D-F098-49CE-83F0-73B16DA6A90C}" presName="hierRoot2" presStyleCnt="0">
        <dgm:presLayoutVars>
          <dgm:hierBranch val="init"/>
        </dgm:presLayoutVars>
      </dgm:prSet>
      <dgm:spPr/>
    </dgm:pt>
    <dgm:pt modelId="{66257129-A1DE-4A2D-BCDF-DDE5EDB4EDA3}" type="pres">
      <dgm:prSet presAssocID="{DF85D01D-F098-49CE-83F0-73B16DA6A90C}" presName="rootComposite" presStyleCnt="0"/>
      <dgm:spPr/>
    </dgm:pt>
    <dgm:pt modelId="{8A4DF90E-8042-4E98-A25A-F8FAA60C832E}" type="pres">
      <dgm:prSet presAssocID="{DF85D01D-F098-49CE-83F0-73B16DA6A90C}" presName="rootText" presStyleLbl="node1" presStyleIdx="11" presStyleCnt="12">
        <dgm:presLayoutVars>
          <dgm:chMax/>
          <dgm:chPref val="3"/>
        </dgm:presLayoutVars>
      </dgm:prSet>
      <dgm:spPr/>
    </dgm:pt>
    <dgm:pt modelId="{A644D080-ADB7-429A-B1E2-997ADC47ADFA}" type="pres">
      <dgm:prSet presAssocID="{DF85D01D-F098-49CE-83F0-73B16DA6A90C}" presName="titleText2" presStyleLbl="fgAcc1" presStyleIdx="11" presStyleCnt="12">
        <dgm:presLayoutVars>
          <dgm:chMax val="0"/>
          <dgm:chPref val="0"/>
        </dgm:presLayoutVars>
      </dgm:prSet>
      <dgm:spPr/>
    </dgm:pt>
    <dgm:pt modelId="{960C94E6-7949-4018-AB47-301A428AD19C}" type="pres">
      <dgm:prSet presAssocID="{DF85D01D-F098-49CE-83F0-73B16DA6A90C}" presName="rootConnector" presStyleLbl="node4" presStyleIdx="0" presStyleCnt="0"/>
      <dgm:spPr/>
    </dgm:pt>
    <dgm:pt modelId="{209FA613-7F85-46FD-B367-1414D836D88A}" type="pres">
      <dgm:prSet presAssocID="{DF85D01D-F098-49CE-83F0-73B16DA6A90C}" presName="hierChild4" presStyleCnt="0"/>
      <dgm:spPr/>
    </dgm:pt>
    <dgm:pt modelId="{D212E691-BBF5-4CE9-B994-666B5A73F0BB}" type="pres">
      <dgm:prSet presAssocID="{DF85D01D-F098-49CE-83F0-73B16DA6A90C}" presName="hierChild5" presStyleCnt="0"/>
      <dgm:spPr/>
    </dgm:pt>
    <dgm:pt modelId="{2AA6AC77-BAC9-404B-8883-C8341B6EC9ED}" type="pres">
      <dgm:prSet presAssocID="{08F18D23-22B9-45ED-96ED-C4AB800F2313}" presName="hierChild5" presStyleCnt="0"/>
      <dgm:spPr/>
    </dgm:pt>
    <dgm:pt modelId="{1F6F202F-63C4-48CC-8D98-AACBE7DCCDDB}" type="pres">
      <dgm:prSet presAssocID="{6629A61D-AC00-489B-A281-C48146D771B4}" presName="hierChild5" presStyleCnt="0"/>
      <dgm:spPr/>
    </dgm:pt>
    <dgm:pt modelId="{303E5A4C-0D22-4806-9C7C-70173B0C5253}" type="pres">
      <dgm:prSet presAssocID="{807A6272-F18C-442A-BD56-1243D8DF3DD3}" presName="hierChild3" presStyleCnt="0"/>
      <dgm:spPr/>
    </dgm:pt>
    <dgm:pt modelId="{2C5C9FD4-8F5C-4A7B-8381-FFDAA742EC63}" type="pres">
      <dgm:prSet presAssocID="{93A0B6E2-5995-4F32-B483-C2D5300D755B}" presName="Name96" presStyleLbl="parChTrans1D2" presStyleIdx="2" presStyleCnt="3"/>
      <dgm:spPr/>
    </dgm:pt>
    <dgm:pt modelId="{92A32E24-6139-4B7E-8BFA-21296D4FB73B}" type="pres">
      <dgm:prSet presAssocID="{5E0756BB-575A-4F4A-86B2-7A2DF63D0567}" presName="hierRoot3" presStyleCnt="0">
        <dgm:presLayoutVars>
          <dgm:hierBranch val="init"/>
        </dgm:presLayoutVars>
      </dgm:prSet>
      <dgm:spPr/>
    </dgm:pt>
    <dgm:pt modelId="{32C6A415-797D-490C-A469-0510F7B98FC4}" type="pres">
      <dgm:prSet presAssocID="{5E0756BB-575A-4F4A-86B2-7A2DF63D0567}" presName="rootComposite3" presStyleCnt="0"/>
      <dgm:spPr/>
    </dgm:pt>
    <dgm:pt modelId="{9E7723D4-AAE2-4F6B-A4CD-0248C730B4C7}" type="pres">
      <dgm:prSet presAssocID="{5E0756BB-575A-4F4A-86B2-7A2DF63D0567}" presName="rootText3" presStyleLbl="asst1" presStyleIdx="2" presStyleCnt="3">
        <dgm:presLayoutVars>
          <dgm:chPref val="3"/>
        </dgm:presLayoutVars>
      </dgm:prSet>
      <dgm:spPr/>
    </dgm:pt>
    <dgm:pt modelId="{4E48B65F-B70C-42F9-8733-06B4FA33C6A9}" type="pres">
      <dgm:prSet presAssocID="{5E0756BB-575A-4F4A-86B2-7A2DF63D0567}" presName="titleText3" presStyleLbl="fgAcc2" presStyleIdx="2" presStyleCnt="3">
        <dgm:presLayoutVars>
          <dgm:chMax val="0"/>
          <dgm:chPref val="0"/>
        </dgm:presLayoutVars>
      </dgm:prSet>
      <dgm:spPr/>
    </dgm:pt>
    <dgm:pt modelId="{A317460E-C09A-438D-9EA4-299B915C0659}" type="pres">
      <dgm:prSet presAssocID="{5E0756BB-575A-4F4A-86B2-7A2DF63D0567}" presName="rootConnector3" presStyleLbl="asst1" presStyleIdx="2" presStyleCnt="3"/>
      <dgm:spPr/>
    </dgm:pt>
    <dgm:pt modelId="{ED1FC6E2-BDF8-4A4C-A905-612390E9250A}" type="pres">
      <dgm:prSet presAssocID="{5E0756BB-575A-4F4A-86B2-7A2DF63D0567}" presName="hierChild6" presStyleCnt="0"/>
      <dgm:spPr/>
    </dgm:pt>
    <dgm:pt modelId="{640E6A5B-ED00-49AB-BB69-E3FBBDAC4AF4}" type="pres">
      <dgm:prSet presAssocID="{5E0756BB-575A-4F4A-86B2-7A2DF63D0567}" presName="hierChild7" presStyleCnt="0"/>
      <dgm:spPr/>
    </dgm:pt>
  </dgm:ptLst>
  <dgm:cxnLst>
    <dgm:cxn modelId="{5369CE03-7EE5-4D7C-8A3D-A5267C777A7C}" type="presOf" srcId="{C0C02C85-8878-4E9E-A181-4C81D5B50106}" destId="{E10CBC5E-615B-4C22-B029-543760215D8D}" srcOrd="0" destOrd="0" presId="urn:microsoft.com/office/officeart/2008/layout/NameandTitleOrganizationalChart"/>
    <dgm:cxn modelId="{78581308-3EFC-482A-8DD7-E4407AA69DA5}" type="presOf" srcId="{6629A61D-AC00-489B-A281-C48146D771B4}" destId="{B1E7A48B-6B45-4923-9AC0-6CC6266B5594}" srcOrd="0" destOrd="0" presId="urn:microsoft.com/office/officeart/2008/layout/NameandTitleOrganizationalChart"/>
    <dgm:cxn modelId="{FFE2C409-C591-4032-9305-230BF69D3D6B}" srcId="{5D2F3A35-3C68-4E76-BF46-27BFC8C59751}" destId="{40FB3D60-6DFA-4D31-B2AB-821F9895D534}" srcOrd="0" destOrd="0" parTransId="{00B0C945-7246-41AF-AA2D-3FC5F40F4B0F}" sibTransId="{3BC1E1B7-EC6E-4C97-8FBE-C34493EF465F}"/>
    <dgm:cxn modelId="{B171E60B-2DD7-4265-B117-45E505505F91}" type="presOf" srcId="{8D36F150-59EC-4C8C-BC0F-1DADF92BEB58}" destId="{F7EC3F8B-3361-4834-86C5-1531948D447D}" srcOrd="1" destOrd="0" presId="urn:microsoft.com/office/officeart/2008/layout/NameandTitleOrganizationalChart"/>
    <dgm:cxn modelId="{F728410C-7C20-448E-ABDC-F9FE5951BC13}" type="presOf" srcId="{3BC1E1B7-EC6E-4C97-8FBE-C34493EF465F}" destId="{3B4441B5-51BE-4AA8-BF58-8BA9AA8DB028}" srcOrd="0" destOrd="0" presId="urn:microsoft.com/office/officeart/2008/layout/NameandTitleOrganizationalChart"/>
    <dgm:cxn modelId="{B6ADE611-49F8-4811-9C32-FFB3F67310A5}" srcId="{4A4BD7DA-8D4F-4793-8B4A-DBF40749DD09}" destId="{807A6272-F18C-442A-BD56-1243D8DF3DD3}" srcOrd="0" destOrd="0" parTransId="{4A74B78A-B81A-46FB-BB29-F221D6AFC2B1}" sibTransId="{EBEFE860-8B04-42C6-A9EE-E351E441D65F}"/>
    <dgm:cxn modelId="{F4067818-364A-48CC-9AE8-D08428903ABC}" type="presOf" srcId="{576DA98F-0B7C-40DC-B857-DEA8BB16D194}" destId="{8C0CB776-8C8B-4797-8F95-E2AF03A29588}" srcOrd="0" destOrd="0" presId="urn:microsoft.com/office/officeart/2008/layout/NameandTitleOrganizationalChart"/>
    <dgm:cxn modelId="{614A161C-5070-45E2-A1EC-8F2D3A09D2A9}" srcId="{08F18D23-22B9-45ED-96ED-C4AB800F2313}" destId="{9E8FEFA4-DD25-4BCE-88AD-543C8C6B1550}" srcOrd="0" destOrd="0" parTransId="{7593D435-20FD-4A77-A9CA-47593B1F8FB3}" sibTransId="{94A1EF8F-E254-48B0-807F-39282779D7E3}"/>
    <dgm:cxn modelId="{5B102E1E-BECF-4DAB-AA1F-6F9A5831B978}" type="presOf" srcId="{4030E2BD-89B5-44D3-8CC9-4FDF62935878}" destId="{647739E4-7FBD-49E9-A56C-19A40A36E8F7}" srcOrd="0" destOrd="0" presId="urn:microsoft.com/office/officeart/2008/layout/NameandTitleOrganizationalChart"/>
    <dgm:cxn modelId="{1177C424-EBFE-4DF2-BCD2-28A790DB544A}" type="presOf" srcId="{CAB36878-93C8-418A-B780-3003023E77D8}" destId="{E78768B8-C5DF-44EE-ADF7-75BE2D51D13C}" srcOrd="0" destOrd="0" presId="urn:microsoft.com/office/officeart/2008/layout/NameandTitleOrganizationalChart"/>
    <dgm:cxn modelId="{93F06729-21D5-4CB6-8F50-B382D186D57E}" type="presOf" srcId="{807A6272-F18C-442A-BD56-1243D8DF3DD3}" destId="{EC25C9CC-488C-4DBA-B916-192F152AD8D0}" srcOrd="0" destOrd="0" presId="urn:microsoft.com/office/officeart/2008/layout/NameandTitleOrganizationalChart"/>
    <dgm:cxn modelId="{51FD282B-BA66-4873-8B7A-96E25C7524CF}" srcId="{6629A61D-AC00-489B-A281-C48146D771B4}" destId="{08F18D23-22B9-45ED-96ED-C4AB800F2313}" srcOrd="1" destOrd="0" parTransId="{A0307190-8346-4AB5-BD0D-F516E2560705}" sibTransId="{A77D6223-855B-4641-A45A-1116D1B24A30}"/>
    <dgm:cxn modelId="{6225D936-E6E7-4799-BB7E-FBC6F36AEDF9}" srcId="{6629A61D-AC00-489B-A281-C48146D771B4}" destId="{EFCF07CF-3E1F-41D6-B2F3-0B3F9FB6CFFE}" srcOrd="0" destOrd="0" parTransId="{66B751A1-14AC-4701-A0CB-F7BFF6124277}" sibTransId="{C0C02C85-8878-4E9E-A181-4C81D5B50106}"/>
    <dgm:cxn modelId="{955D823D-7649-41D4-BC3A-5C7F683C04F7}" srcId="{5D2F3A35-3C68-4E76-BF46-27BFC8C59751}" destId="{8D36F150-59EC-4C8C-BC0F-1DADF92BEB58}" srcOrd="1" destOrd="0" parTransId="{65698AA6-2536-4FB7-AE0E-5E470C751AC8}" sibTransId="{E3FC1B3B-F3CB-4352-8D1D-E04D311097B7}"/>
    <dgm:cxn modelId="{ECB1863D-54D2-4280-A4A4-31108C2F86F8}" type="presOf" srcId="{D75F5212-6B92-4D31-A5BA-B95AF7C0ACF5}" destId="{A80BF666-55BE-490D-AE04-ADAFE36E43A3}" srcOrd="0" destOrd="0" presId="urn:microsoft.com/office/officeart/2008/layout/NameandTitleOrganizationalChart"/>
    <dgm:cxn modelId="{A6F3DE3D-7E7B-4C8E-A0BC-C2FFBAEFB52E}" type="presOf" srcId="{DF85D01D-F098-49CE-83F0-73B16DA6A90C}" destId="{8A4DF90E-8042-4E98-A25A-F8FAA60C832E}" srcOrd="0" destOrd="0" presId="urn:microsoft.com/office/officeart/2008/layout/NameandTitleOrganizationalChart"/>
    <dgm:cxn modelId="{1CD9E25C-8F24-403F-AC18-544187EC0D05}" srcId="{97BF69C8-6F30-418E-B09D-356E97925AB3}" destId="{D6ACD60E-0B58-47E3-802E-366A733E00CF}" srcOrd="1" destOrd="0" parTransId="{65EF8AC5-F03D-4897-848F-C4111536B7BC}" sibTransId="{BFF0ED99-69E5-46CB-9D17-02CF67608540}"/>
    <dgm:cxn modelId="{296CAC5D-DC00-45EA-8B6C-C37D07B10C8A}" type="presOf" srcId="{65698AA6-2536-4FB7-AE0E-5E470C751AC8}" destId="{68A85679-98D9-4447-900B-15DDDDB12255}" srcOrd="0" destOrd="0" presId="urn:microsoft.com/office/officeart/2008/layout/NameandTitleOrganizationalChart"/>
    <dgm:cxn modelId="{9EF5B75F-4454-4951-9D87-D981B77A1D2E}" type="presOf" srcId="{00B0C945-7246-41AF-AA2D-3FC5F40F4B0F}" destId="{98E52689-EA2B-4CF9-A0AF-4E96A3BDA7E9}" srcOrd="0" destOrd="0" presId="urn:microsoft.com/office/officeart/2008/layout/NameandTitleOrganizationalChart"/>
    <dgm:cxn modelId="{465B5A44-5053-404F-8CDA-CDF2F5744ADB}" type="presOf" srcId="{B5DACAFB-8DDF-4BBB-849F-C23BD3C2A1D5}" destId="{16F54107-72E6-4005-B2EC-074B5384DBDD}" srcOrd="0" destOrd="0" presId="urn:microsoft.com/office/officeart/2008/layout/NameandTitleOrganizationalChart"/>
    <dgm:cxn modelId="{96C72965-66AB-4C94-8DD2-E1D7FEE8B6AC}" type="presOf" srcId="{8D36F150-59EC-4C8C-BC0F-1DADF92BEB58}" destId="{DB661453-320E-4A4E-93B4-AA0B9786CA05}" srcOrd="0" destOrd="0" presId="urn:microsoft.com/office/officeart/2008/layout/NameandTitleOrganizationalChart"/>
    <dgm:cxn modelId="{20248D45-0071-4CC0-9C70-57CFC897D4B1}" type="presOf" srcId="{6C793B9C-9C18-4455-8D0B-1B1FA1B5D94F}" destId="{D1D50FCC-EFBA-43AC-8C8F-A952E286EEE9}" srcOrd="0" destOrd="0" presId="urn:microsoft.com/office/officeart/2008/layout/NameandTitleOrganizationalChart"/>
    <dgm:cxn modelId="{414E6647-9D87-406A-BC28-D1EBBD14A254}" type="presOf" srcId="{D092F081-FDBB-4417-9DF9-01D3D69E44B0}" destId="{556FC37E-165D-43A6-A804-57EF67209C2A}" srcOrd="1" destOrd="0" presId="urn:microsoft.com/office/officeart/2008/layout/NameandTitleOrganizationalChart"/>
    <dgm:cxn modelId="{1A628E67-AB5D-4660-974B-AA2095924D20}" srcId="{97BF69C8-6F30-418E-B09D-356E97925AB3}" destId="{5D2F3A35-3C68-4E76-BF46-27BFC8C59751}" srcOrd="0" destOrd="0" parTransId="{8F068749-BC15-4B77-8748-8CC76883BE73}" sibTransId="{4030E2BD-89B5-44D3-8CC9-4FDF62935878}"/>
    <dgm:cxn modelId="{574E7649-6822-4B18-9869-F679905B8408}" type="presOf" srcId="{B09D9C3F-B9F0-4F15-AD27-45EDC2F9DBF6}" destId="{615F2E63-2F02-418C-9334-5BEDABA045A1}" srcOrd="1" destOrd="0" presId="urn:microsoft.com/office/officeart/2008/layout/NameandTitleOrganizationalChart"/>
    <dgm:cxn modelId="{F5B81E4A-DE81-426A-9B30-F3D3EFFA13BC}" type="presOf" srcId="{DF85D01D-F098-49CE-83F0-73B16DA6A90C}" destId="{960C94E6-7949-4018-AB47-301A428AD19C}" srcOrd="1" destOrd="0" presId="urn:microsoft.com/office/officeart/2008/layout/NameandTitleOrganizationalChart"/>
    <dgm:cxn modelId="{917FB14A-9827-4060-9090-39C251CC337C}" type="presOf" srcId="{B5DACAFB-8DDF-4BBB-849F-C23BD3C2A1D5}" destId="{D6D35618-6C49-4041-A92C-2ED39EE9B53F}" srcOrd="1" destOrd="0" presId="urn:microsoft.com/office/officeart/2008/layout/NameandTitleOrganizationalChart"/>
    <dgm:cxn modelId="{025D996C-6C37-4DF3-97F6-951207A66733}" type="presOf" srcId="{9E8FEFA4-DD25-4BCE-88AD-543C8C6B1550}" destId="{607B8DFA-1809-47BC-B73D-2416B38DDC98}" srcOrd="0" destOrd="0" presId="urn:microsoft.com/office/officeart/2008/layout/NameandTitleOrganizationalChart"/>
    <dgm:cxn modelId="{E510E26D-5BD3-4353-B396-F2F9A2E9C650}" type="presOf" srcId="{65EF8AC5-F03D-4897-848F-C4111536B7BC}" destId="{3C98443C-DFE1-49AF-8FDC-0C43DA976527}" srcOrd="0" destOrd="0" presId="urn:microsoft.com/office/officeart/2008/layout/NameandTitleOrganizationalChart"/>
    <dgm:cxn modelId="{CBFF436E-8A89-4868-B89F-30DBC18AF1C3}" type="presOf" srcId="{5D2F3A35-3C68-4E76-BF46-27BFC8C59751}" destId="{C438A623-D451-40A7-AFF4-79A109472A56}" srcOrd="1" destOrd="0" presId="urn:microsoft.com/office/officeart/2008/layout/NameandTitleOrganizationalChart"/>
    <dgm:cxn modelId="{99529C4E-5BE9-46FD-85BB-29205EADA8DB}" type="presOf" srcId="{4A4BD7DA-8D4F-4793-8B4A-DBF40749DD09}" destId="{D5984FD9-2897-465A-9A30-869596CA7407}" srcOrd="0" destOrd="0" presId="urn:microsoft.com/office/officeart/2008/layout/NameandTitleOrganizationalChart"/>
    <dgm:cxn modelId="{F169D84E-FADB-4CFC-B3CF-8FCA86ED8ACB}" srcId="{08F18D23-22B9-45ED-96ED-C4AB800F2313}" destId="{23EB6132-809A-407B-A086-EEBD5B4E1D21}" srcOrd="1" destOrd="0" parTransId="{E7C65EF6-9EF9-4529-A350-437F0B49F9D4}" sibTransId="{CA243B24-27A3-4384-BE01-A6CF50BF52DA}"/>
    <dgm:cxn modelId="{EB79136F-AD5F-4006-8461-D83F1F80E7C4}" type="presOf" srcId="{17FCA09C-7B76-4425-8551-E092E05EB428}" destId="{008BD52E-0B91-4047-87AE-F7D025944795}" srcOrd="0" destOrd="0" presId="urn:microsoft.com/office/officeart/2008/layout/NameandTitleOrganizationalChart"/>
    <dgm:cxn modelId="{E1F4E470-FC5A-45C2-843B-00516F8C4325}" type="presOf" srcId="{7593D435-20FD-4A77-A9CA-47593B1F8FB3}" destId="{22DF1468-D0D5-4FAF-ABA2-AA4AA8A3579A}" srcOrd="0" destOrd="0" presId="urn:microsoft.com/office/officeart/2008/layout/NameandTitleOrganizationalChart"/>
    <dgm:cxn modelId="{ED907A75-8616-4E44-A2A9-7AF078117A38}" type="presOf" srcId="{9E8FEFA4-DD25-4BCE-88AD-543C8C6B1550}" destId="{578DAAE2-D31B-405A-89CB-F2D01F96FC01}" srcOrd="1" destOrd="0" presId="urn:microsoft.com/office/officeart/2008/layout/NameandTitleOrganizationalChart"/>
    <dgm:cxn modelId="{3B08A77C-2DA5-4233-A2E7-C4115F873E2B}" type="presOf" srcId="{D6ACD60E-0B58-47E3-802E-366A733E00CF}" destId="{308CF078-B1B0-4183-B66F-21DD12AEA246}" srcOrd="0" destOrd="0" presId="urn:microsoft.com/office/officeart/2008/layout/NameandTitleOrganizationalChart"/>
    <dgm:cxn modelId="{548DC67F-45B8-439C-8CDC-33C5F73ED15E}" type="presOf" srcId="{8F068749-BC15-4B77-8748-8CC76883BE73}" destId="{A145FB4B-5978-4315-ACCE-3E3FBB9FDA72}" srcOrd="0" destOrd="0" presId="urn:microsoft.com/office/officeart/2008/layout/NameandTitleOrganizationalChart"/>
    <dgm:cxn modelId="{7A3C2C80-B184-4259-92CD-878C79707BDF}" type="presOf" srcId="{05F1CEFA-8AA5-4ABB-8D77-AE77BD705AC5}" destId="{FD0324BF-2628-46C3-865B-341608564C38}" srcOrd="0" destOrd="0" presId="urn:microsoft.com/office/officeart/2008/layout/NameandTitleOrganizationalChart"/>
    <dgm:cxn modelId="{9AACC783-37FF-4CF4-BF0E-B2A118AF4C47}" type="presOf" srcId="{23EB6132-809A-407B-A086-EEBD5B4E1D21}" destId="{3A1F2125-159A-4BF8-869A-5F1762A95B13}" srcOrd="1" destOrd="0" presId="urn:microsoft.com/office/officeart/2008/layout/NameandTitleOrganizationalChart"/>
    <dgm:cxn modelId="{8DE61884-1C96-4683-938C-B2999296957A}" type="presOf" srcId="{90778474-40EA-497B-BF5D-76A716ED5825}" destId="{6E5F1F02-B606-49B5-92D2-D498F0DF36EA}" srcOrd="0" destOrd="0" presId="urn:microsoft.com/office/officeart/2008/layout/NameandTitleOrganizationalChart"/>
    <dgm:cxn modelId="{0AEF728A-B112-4534-9AF5-8202AE7C9692}" type="presOf" srcId="{08F18D23-22B9-45ED-96ED-C4AB800F2313}" destId="{069D8E45-97F7-461B-892B-2DA1DEE9BC91}" srcOrd="1" destOrd="0" presId="urn:microsoft.com/office/officeart/2008/layout/NameandTitleOrganizationalChart"/>
    <dgm:cxn modelId="{D10C1692-53E1-4E28-BA20-01E89C9D4998}" type="presOf" srcId="{BFF0ED99-69E5-46CB-9D17-02CF67608540}" destId="{7B15C2A7-7223-4746-80FF-109E1DDD21BD}" srcOrd="0" destOrd="0" presId="urn:microsoft.com/office/officeart/2008/layout/NameandTitleOrganizationalChart"/>
    <dgm:cxn modelId="{4E63F493-33A7-4F26-92FF-A3FE8EF305FD}" type="presOf" srcId="{50BD1A47-F598-41F0-B824-F1F880CC4993}" destId="{E36D73C1-228C-460A-A26F-0CBA9D0778DD}" srcOrd="0" destOrd="0" presId="urn:microsoft.com/office/officeart/2008/layout/NameandTitleOrganizationalChart"/>
    <dgm:cxn modelId="{9AEFAE99-1B54-4DAF-ADD6-4F1303BA6444}" type="presOf" srcId="{F3EEC16F-D914-46BE-822E-4E626C21E4CC}" destId="{C1C533FE-E8CE-4A27-AB65-A7FA9E6E7880}" srcOrd="0" destOrd="0" presId="urn:microsoft.com/office/officeart/2008/layout/NameandTitleOrganizationalChart"/>
    <dgm:cxn modelId="{5DB2D49A-F05B-4485-8B7E-1122DDFD1D12}" srcId="{807A6272-F18C-442A-BD56-1243D8DF3DD3}" destId="{97BF69C8-6F30-418E-B09D-356E97925AB3}" srcOrd="1" destOrd="0" parTransId="{F3EEC16F-D914-46BE-822E-4E626C21E4CC}" sibTransId="{576DA98F-0B7C-40DC-B857-DEA8BB16D194}"/>
    <dgm:cxn modelId="{E8D8F29C-07DE-431A-B4FC-445D083E66BD}" type="presOf" srcId="{BB037751-355A-4430-8260-746F3813386C}" destId="{A644D080-ADB7-429A-B1E2-997ADC47ADFA}" srcOrd="0" destOrd="0" presId="urn:microsoft.com/office/officeart/2008/layout/NameandTitleOrganizationalChart"/>
    <dgm:cxn modelId="{6E5762A3-427E-49A2-9D6C-006C13813B7E}" type="presOf" srcId="{5E0756BB-575A-4F4A-86B2-7A2DF63D0567}" destId="{A317460E-C09A-438D-9EA4-299B915C0659}" srcOrd="1" destOrd="0" presId="urn:microsoft.com/office/officeart/2008/layout/NameandTitleOrganizationalChart"/>
    <dgm:cxn modelId="{69FAE8A3-ACF6-4E1F-BC7A-9FBD4840705E}" type="presOf" srcId="{93A0B6E2-5995-4F32-B483-C2D5300D755B}" destId="{2C5C9FD4-8F5C-4A7B-8381-FFDAA742EC63}" srcOrd="0" destOrd="0" presId="urn:microsoft.com/office/officeart/2008/layout/NameandTitleOrganizationalChart"/>
    <dgm:cxn modelId="{5EF161A4-72D3-4B56-9AD3-BD7745B5012B}" type="presOf" srcId="{94A1EF8F-E254-48B0-807F-39282779D7E3}" destId="{AC3C5946-9A3A-4BA8-8A9D-5D026B127259}" srcOrd="0" destOrd="0" presId="urn:microsoft.com/office/officeart/2008/layout/NameandTitleOrganizationalChart"/>
    <dgm:cxn modelId="{0D4D17A5-C7DD-45A8-9469-F3605CABD2DF}" type="presOf" srcId="{438887A3-B17D-4C91-B99D-AC0C6067FE3F}" destId="{4E48B65F-B70C-42F9-8733-06B4FA33C6A9}" srcOrd="0" destOrd="0" presId="urn:microsoft.com/office/officeart/2008/layout/NameandTitleOrganizationalChart"/>
    <dgm:cxn modelId="{5D7764AB-58C3-436E-9216-2ED7436EE591}" type="presOf" srcId="{B09D9C3F-B9F0-4F15-AD27-45EDC2F9DBF6}" destId="{B6367AB1-F24E-472A-98B7-0F3AC95EE21B}" srcOrd="0" destOrd="0" presId="urn:microsoft.com/office/officeart/2008/layout/NameandTitleOrganizationalChart"/>
    <dgm:cxn modelId="{D75993AC-4B1E-4C5D-B8C1-79D77BEBC8BC}" srcId="{9E8FEFA4-DD25-4BCE-88AD-543C8C6B1550}" destId="{B09D9C3F-B9F0-4F15-AD27-45EDC2F9DBF6}" srcOrd="0" destOrd="0" parTransId="{62BE9D40-FB2E-4F44-A00D-F1B53E3AF307}" sibTransId="{6C793B9C-9C18-4455-8D0B-1B1FA1B5D94F}"/>
    <dgm:cxn modelId="{5AB496AC-FFBA-4AA0-8F29-51850B6C3EFF}" type="presOf" srcId="{D41F55CC-EC8F-4A6A-877C-DA3E714767D7}" destId="{C5249466-68EB-44FB-8846-2D9D26BE3F5D}" srcOrd="0" destOrd="0" presId="urn:microsoft.com/office/officeart/2008/layout/NameandTitleOrganizationalChart"/>
    <dgm:cxn modelId="{6D5962AD-7AE2-4C98-B04F-ABE1EE048D98}" srcId="{9E8FEFA4-DD25-4BCE-88AD-543C8C6B1550}" destId="{B5DACAFB-8DDF-4BBB-849F-C23BD3C2A1D5}" srcOrd="2" destOrd="0" parTransId="{05F1CEFA-8AA5-4ABB-8D77-AE77BD705AC5}" sibTransId="{17FCA09C-7B76-4425-8551-E092E05EB428}"/>
    <dgm:cxn modelId="{969FEBB0-2C81-444E-B143-D1D63F364000}" type="presOf" srcId="{97BF69C8-6F30-418E-B09D-356E97925AB3}" destId="{B660DE68-3B6F-47BC-92C2-ECC1749B7D92}" srcOrd="1" destOrd="0" presId="urn:microsoft.com/office/officeart/2008/layout/NameandTitleOrganizationalChart"/>
    <dgm:cxn modelId="{9D0F05B1-8ECC-4930-A118-D0B1E929855A}" srcId="{807A6272-F18C-442A-BD56-1243D8DF3DD3}" destId="{6629A61D-AC00-489B-A281-C48146D771B4}" srcOrd="2" destOrd="0" parTransId="{90778474-40EA-497B-BF5D-76A716ED5825}" sibTransId="{D75F5212-6B92-4D31-A5BA-B95AF7C0ACF5}"/>
    <dgm:cxn modelId="{27A0D2B4-57AD-44E4-B4F3-33BF77A7CD9B}" srcId="{807A6272-F18C-442A-BD56-1243D8DF3DD3}" destId="{5E0756BB-575A-4F4A-86B2-7A2DF63D0567}" srcOrd="0" destOrd="0" parTransId="{93A0B6E2-5995-4F32-B483-C2D5300D755B}" sibTransId="{438887A3-B17D-4C91-B99D-AC0C6067FE3F}"/>
    <dgm:cxn modelId="{326CB4B5-ECB0-4FCD-835F-A122AFDB59B3}" type="presOf" srcId="{A0307190-8346-4AB5-BD0D-F516E2560705}" destId="{714A7FD7-C8CD-4AC3-97C8-94083CBB5523}" srcOrd="0" destOrd="0" presId="urn:microsoft.com/office/officeart/2008/layout/NameandTitleOrganizationalChart"/>
    <dgm:cxn modelId="{DE3C2CB8-140A-4BD3-87D1-E49076685AD7}" type="presOf" srcId="{6629A61D-AC00-489B-A281-C48146D771B4}" destId="{69BC659B-51C6-4E27-9C4F-AB0674589F9E}" srcOrd="1" destOrd="0" presId="urn:microsoft.com/office/officeart/2008/layout/NameandTitleOrganizationalChart"/>
    <dgm:cxn modelId="{E2053EB8-E2EA-4F57-9CAB-C313F2391D45}" type="presOf" srcId="{CA243B24-27A3-4384-BE01-A6CF50BF52DA}" destId="{564B7DEC-5CE5-4E43-A09C-D9ECABE934DF}" srcOrd="0" destOrd="0" presId="urn:microsoft.com/office/officeart/2008/layout/NameandTitleOrganizationalChart"/>
    <dgm:cxn modelId="{4BC147B9-C8C6-4E19-A439-BBD8742AD848}" type="presOf" srcId="{A77D6223-855B-4641-A45A-1116D1B24A30}" destId="{DFB72EDA-C4BC-4AC8-8C9A-0DBF76492C93}" srcOrd="0" destOrd="0" presId="urn:microsoft.com/office/officeart/2008/layout/NameandTitleOrganizationalChart"/>
    <dgm:cxn modelId="{8D8992C3-E29B-4614-A30E-3500A5462033}" type="presOf" srcId="{62BE9D40-FB2E-4F44-A00D-F1B53E3AF307}" destId="{74DFF223-D8E6-41A0-840D-402B85E4A60D}" srcOrd="0" destOrd="0" presId="urn:microsoft.com/office/officeart/2008/layout/NameandTitleOrganizationalChart"/>
    <dgm:cxn modelId="{3981E1C6-3908-4836-9636-898290F80F48}" type="presOf" srcId="{23EB6132-809A-407B-A086-EEBD5B4E1D21}" destId="{D584345E-4634-4265-9953-4CD20D048824}" srcOrd="0" destOrd="0" presId="urn:microsoft.com/office/officeart/2008/layout/NameandTitleOrganizationalChart"/>
    <dgm:cxn modelId="{A30E03D7-5DB5-4A25-97B3-C69F868C68DF}" type="presOf" srcId="{EBEFE860-8B04-42C6-A9EE-E351E441D65F}" destId="{30EA74BB-BFDC-4BDF-AD5C-DCBB05158473}" srcOrd="0" destOrd="0" presId="urn:microsoft.com/office/officeart/2008/layout/NameandTitleOrganizationalChart"/>
    <dgm:cxn modelId="{B69A72DE-6BDF-4E19-9EE9-B3F8B147E7C4}" type="presOf" srcId="{97BF69C8-6F30-418E-B09D-356E97925AB3}" destId="{89204B13-B651-4118-95A6-8C075A6A02DE}" srcOrd="0" destOrd="0" presId="urn:microsoft.com/office/officeart/2008/layout/NameandTitleOrganizationalChart"/>
    <dgm:cxn modelId="{170B77E1-2FAA-4A27-871C-A2222DC21982}" type="presOf" srcId="{EFCF07CF-3E1F-41D6-B2F3-0B3F9FB6CFFE}" destId="{F6CBC19D-4A36-41DB-B98D-1BB59061523D}" srcOrd="1" destOrd="0" presId="urn:microsoft.com/office/officeart/2008/layout/NameandTitleOrganizationalChart"/>
    <dgm:cxn modelId="{E9AE9FE1-7C5E-4C59-AD78-BCD7FDC37684}" type="presOf" srcId="{5E0756BB-575A-4F4A-86B2-7A2DF63D0567}" destId="{9E7723D4-AAE2-4F6B-A4CD-0248C730B4C7}" srcOrd="0" destOrd="0" presId="urn:microsoft.com/office/officeart/2008/layout/NameandTitleOrganizationalChart"/>
    <dgm:cxn modelId="{21F862E2-766E-4266-AA16-9469A291971C}" type="presOf" srcId="{E3FC1B3B-F3CB-4352-8D1D-E04D311097B7}" destId="{60A454CE-4BC4-4CB9-AA14-FCE320EAC37A}" srcOrd="0" destOrd="0" presId="urn:microsoft.com/office/officeart/2008/layout/NameandTitleOrganizationalChart"/>
    <dgm:cxn modelId="{B6A4BEE4-8672-4954-9EB6-15527DB2FC29}" type="presOf" srcId="{66B751A1-14AC-4701-A0CB-F7BFF6124277}" destId="{F6F507D7-945C-4408-98A2-B92D85D53F95}" srcOrd="0" destOrd="0" presId="urn:microsoft.com/office/officeart/2008/layout/NameandTitleOrganizationalChart"/>
    <dgm:cxn modelId="{A1F2F4E9-E1EE-4B12-B3DC-B7A59F67A6F6}" type="presOf" srcId="{08F18D23-22B9-45ED-96ED-C4AB800F2313}" destId="{CF9DBA01-8DBE-4C8B-8287-DA59D9413C28}" srcOrd="0" destOrd="0" presId="urn:microsoft.com/office/officeart/2008/layout/NameandTitleOrganizationalChart"/>
    <dgm:cxn modelId="{C3BA7BEC-1736-4D1B-A617-248ECBD659E2}" type="presOf" srcId="{40FB3D60-6DFA-4D31-B2AB-821F9895D534}" destId="{90EE43EF-E097-4E39-A200-53CD6775945B}" srcOrd="0" destOrd="0" presId="urn:microsoft.com/office/officeart/2008/layout/NameandTitleOrganizationalChart"/>
    <dgm:cxn modelId="{FDB3B8EC-956F-4B66-838F-E4B0E51251C7}" type="presOf" srcId="{40FB3D60-6DFA-4D31-B2AB-821F9895D534}" destId="{1584E4B1-F27E-4A5F-AB7A-92B10FA4023F}" srcOrd="1" destOrd="0" presId="urn:microsoft.com/office/officeart/2008/layout/NameandTitleOrganizationalChart"/>
    <dgm:cxn modelId="{268C3AF3-303A-4C13-8976-52D460DBE829}" type="presOf" srcId="{807A6272-F18C-442A-BD56-1243D8DF3DD3}" destId="{DEA7BE2A-0DBF-4982-B872-0617F6834B97}" srcOrd="1" destOrd="0" presId="urn:microsoft.com/office/officeart/2008/layout/NameandTitleOrganizationalChart"/>
    <dgm:cxn modelId="{76E470F4-9843-499D-B5FE-8C5309CFE591}" srcId="{08F18D23-22B9-45ED-96ED-C4AB800F2313}" destId="{DF85D01D-F098-49CE-83F0-73B16DA6A90C}" srcOrd="2" destOrd="0" parTransId="{50BD1A47-F598-41F0-B824-F1F880CC4993}" sibTransId="{BB037751-355A-4430-8260-746F3813386C}"/>
    <dgm:cxn modelId="{1216FFF5-5753-4067-8EB3-AF2E8D33B756}" type="presOf" srcId="{D6ACD60E-0B58-47E3-802E-366A733E00CF}" destId="{3CCBC831-8DF9-4FF7-82F7-6E7613EA5137}" srcOrd="1" destOrd="0" presId="urn:microsoft.com/office/officeart/2008/layout/NameandTitleOrganizationalChart"/>
    <dgm:cxn modelId="{F33CA4F6-035C-4250-A0D3-1545A5390DDF}" type="presOf" srcId="{E7C65EF6-9EF9-4529-A350-437F0B49F9D4}" destId="{A827D8AF-4786-4FE3-B0F7-FDC3B77E1DD6}" srcOrd="0" destOrd="0" presId="urn:microsoft.com/office/officeart/2008/layout/NameandTitleOrganizationalChart"/>
    <dgm:cxn modelId="{77B6EBF6-E51D-4AFB-AC36-A0EC1A6DCBB9}" srcId="{9E8FEFA4-DD25-4BCE-88AD-543C8C6B1550}" destId="{D092F081-FDBB-4417-9DF9-01D3D69E44B0}" srcOrd="1" destOrd="0" parTransId="{CAB36878-93C8-418A-B780-3003023E77D8}" sibTransId="{D41F55CC-EC8F-4A6A-877C-DA3E714767D7}"/>
    <dgm:cxn modelId="{C4B382F8-7B05-422B-AB2D-36A922FE1A0C}" type="presOf" srcId="{D092F081-FDBB-4417-9DF9-01D3D69E44B0}" destId="{8BFC2333-BDE4-49AD-8700-1829A2014962}" srcOrd="0" destOrd="0" presId="urn:microsoft.com/office/officeart/2008/layout/NameandTitleOrganizationalChart"/>
    <dgm:cxn modelId="{EB57D9FB-5C99-4CC2-9321-6D9CE7D4F43D}" type="presOf" srcId="{5D2F3A35-3C68-4E76-BF46-27BFC8C59751}" destId="{3F8AE499-44C9-42EA-98FD-6E3A9950C131}" srcOrd="0" destOrd="0" presId="urn:microsoft.com/office/officeart/2008/layout/NameandTitleOrganizationalChart"/>
    <dgm:cxn modelId="{3D1D68FF-BCB9-427A-BD0C-85A5F2BA549B}" type="presOf" srcId="{EFCF07CF-3E1F-41D6-B2F3-0B3F9FB6CFFE}" destId="{1C97F14A-FFA6-4F4F-BE3E-6F1DAB083830}" srcOrd="0" destOrd="0" presId="urn:microsoft.com/office/officeart/2008/layout/NameandTitleOrganizationalChart"/>
    <dgm:cxn modelId="{50B589A9-2ECB-4FFF-8CC4-ED4887374EAB}" type="presParOf" srcId="{D5984FD9-2897-465A-9A30-869596CA7407}" destId="{270F45D4-9370-4729-B33C-F4A160C61EE0}" srcOrd="0" destOrd="0" presId="urn:microsoft.com/office/officeart/2008/layout/NameandTitleOrganizationalChart"/>
    <dgm:cxn modelId="{7842C726-DBB4-4E61-B91D-3A4B12F5D958}" type="presParOf" srcId="{270F45D4-9370-4729-B33C-F4A160C61EE0}" destId="{71FAEF34-E53A-4759-A22D-FD89CE469665}" srcOrd="0" destOrd="0" presId="urn:microsoft.com/office/officeart/2008/layout/NameandTitleOrganizationalChart"/>
    <dgm:cxn modelId="{7748E603-5B52-48B1-BB7E-7FC919C8B582}" type="presParOf" srcId="{71FAEF34-E53A-4759-A22D-FD89CE469665}" destId="{EC25C9CC-488C-4DBA-B916-192F152AD8D0}" srcOrd="0" destOrd="0" presId="urn:microsoft.com/office/officeart/2008/layout/NameandTitleOrganizationalChart"/>
    <dgm:cxn modelId="{6D5A7A60-41E5-4544-9580-36A17ADE80DD}" type="presParOf" srcId="{71FAEF34-E53A-4759-A22D-FD89CE469665}" destId="{30EA74BB-BFDC-4BDF-AD5C-DCBB05158473}" srcOrd="1" destOrd="0" presId="urn:microsoft.com/office/officeart/2008/layout/NameandTitleOrganizationalChart"/>
    <dgm:cxn modelId="{21F316EC-E09B-43B2-B04F-08BC8CB51080}" type="presParOf" srcId="{71FAEF34-E53A-4759-A22D-FD89CE469665}" destId="{DEA7BE2A-0DBF-4982-B872-0617F6834B97}" srcOrd="2" destOrd="0" presId="urn:microsoft.com/office/officeart/2008/layout/NameandTitleOrganizationalChart"/>
    <dgm:cxn modelId="{A988CE0D-F1AF-475E-AD92-1A436102BA92}" type="presParOf" srcId="{270F45D4-9370-4729-B33C-F4A160C61EE0}" destId="{F130E179-B574-4387-9C02-A4C85F93B4FD}" srcOrd="1" destOrd="0" presId="urn:microsoft.com/office/officeart/2008/layout/NameandTitleOrganizationalChart"/>
    <dgm:cxn modelId="{7DDF309C-CE59-4745-8F3B-C37EADD359FF}" type="presParOf" srcId="{F130E179-B574-4387-9C02-A4C85F93B4FD}" destId="{C1C533FE-E8CE-4A27-AB65-A7FA9E6E7880}" srcOrd="0" destOrd="0" presId="urn:microsoft.com/office/officeart/2008/layout/NameandTitleOrganizationalChart"/>
    <dgm:cxn modelId="{411E28AA-46E3-433F-899E-20001A8AE979}" type="presParOf" srcId="{F130E179-B574-4387-9C02-A4C85F93B4FD}" destId="{76BBD061-6143-4207-89C6-50EFC1F0DD1C}" srcOrd="1" destOrd="0" presId="urn:microsoft.com/office/officeart/2008/layout/NameandTitleOrganizationalChart"/>
    <dgm:cxn modelId="{6F9DC07D-F309-4905-9CA6-CC3748CF2571}" type="presParOf" srcId="{76BBD061-6143-4207-89C6-50EFC1F0DD1C}" destId="{DC6DF0DC-C81E-4A4F-8191-7C5902BB9417}" srcOrd="0" destOrd="0" presId="urn:microsoft.com/office/officeart/2008/layout/NameandTitleOrganizationalChart"/>
    <dgm:cxn modelId="{7B7C99FB-0032-438E-B7F4-02A9149648CD}" type="presParOf" srcId="{DC6DF0DC-C81E-4A4F-8191-7C5902BB9417}" destId="{89204B13-B651-4118-95A6-8C075A6A02DE}" srcOrd="0" destOrd="0" presId="urn:microsoft.com/office/officeart/2008/layout/NameandTitleOrganizationalChart"/>
    <dgm:cxn modelId="{4499CB9E-34BB-47C6-AAC3-FDA76D7C6959}" type="presParOf" srcId="{DC6DF0DC-C81E-4A4F-8191-7C5902BB9417}" destId="{8C0CB776-8C8B-4797-8F95-E2AF03A29588}" srcOrd="1" destOrd="0" presId="urn:microsoft.com/office/officeart/2008/layout/NameandTitleOrganizationalChart"/>
    <dgm:cxn modelId="{04D10179-00E6-499C-831E-8A3EE06659DD}" type="presParOf" srcId="{DC6DF0DC-C81E-4A4F-8191-7C5902BB9417}" destId="{B660DE68-3B6F-47BC-92C2-ECC1749B7D92}" srcOrd="2" destOrd="0" presId="urn:microsoft.com/office/officeart/2008/layout/NameandTitleOrganizationalChart"/>
    <dgm:cxn modelId="{2B16984C-EA89-4916-8A96-1E88E895C670}" type="presParOf" srcId="{76BBD061-6143-4207-89C6-50EFC1F0DD1C}" destId="{858070C0-3463-4815-81E4-9818759171A2}" srcOrd="1" destOrd="0" presId="urn:microsoft.com/office/officeart/2008/layout/NameandTitleOrganizationalChart"/>
    <dgm:cxn modelId="{6B1AB055-69CD-41F3-824F-F21977F93973}" type="presParOf" srcId="{858070C0-3463-4815-81E4-9818759171A2}" destId="{A145FB4B-5978-4315-ACCE-3E3FBB9FDA72}" srcOrd="0" destOrd="0" presId="urn:microsoft.com/office/officeart/2008/layout/NameandTitleOrganizationalChart"/>
    <dgm:cxn modelId="{4D3A6BD9-C9E0-400A-AA2B-39A1BC35CDCC}" type="presParOf" srcId="{858070C0-3463-4815-81E4-9818759171A2}" destId="{D64D404A-4F89-4E13-B89D-E4CA694BC98D}" srcOrd="1" destOrd="0" presId="urn:microsoft.com/office/officeart/2008/layout/NameandTitleOrganizationalChart"/>
    <dgm:cxn modelId="{21B478A1-1979-4845-A0AB-032711987D2E}" type="presParOf" srcId="{D64D404A-4F89-4E13-B89D-E4CA694BC98D}" destId="{571DF89A-DC19-4921-90D2-D8ED30995807}" srcOrd="0" destOrd="0" presId="urn:microsoft.com/office/officeart/2008/layout/NameandTitleOrganizationalChart"/>
    <dgm:cxn modelId="{AEF0C523-A4E4-41CB-9CBD-1A292F7A1656}" type="presParOf" srcId="{571DF89A-DC19-4921-90D2-D8ED30995807}" destId="{3F8AE499-44C9-42EA-98FD-6E3A9950C131}" srcOrd="0" destOrd="0" presId="urn:microsoft.com/office/officeart/2008/layout/NameandTitleOrganizationalChart"/>
    <dgm:cxn modelId="{98043D79-6411-4232-93C4-F6C70238D717}" type="presParOf" srcId="{571DF89A-DC19-4921-90D2-D8ED30995807}" destId="{647739E4-7FBD-49E9-A56C-19A40A36E8F7}" srcOrd="1" destOrd="0" presId="urn:microsoft.com/office/officeart/2008/layout/NameandTitleOrganizationalChart"/>
    <dgm:cxn modelId="{5A60E19A-0243-4CD6-A50C-BDC8B0F2C8C4}" type="presParOf" srcId="{571DF89A-DC19-4921-90D2-D8ED30995807}" destId="{C438A623-D451-40A7-AFF4-79A109472A56}" srcOrd="2" destOrd="0" presId="urn:microsoft.com/office/officeart/2008/layout/NameandTitleOrganizationalChart"/>
    <dgm:cxn modelId="{FFA4C5CB-B7ED-4170-9B63-1203DAA65F16}" type="presParOf" srcId="{D64D404A-4F89-4E13-B89D-E4CA694BC98D}" destId="{F2901266-36D5-49D0-9940-7BB9AD0AEA40}" srcOrd="1" destOrd="0" presId="urn:microsoft.com/office/officeart/2008/layout/NameandTitleOrganizationalChart"/>
    <dgm:cxn modelId="{1F5B6FCC-80A2-4552-A3C7-B2D0E3AD81FC}" type="presParOf" srcId="{F2901266-36D5-49D0-9940-7BB9AD0AEA40}" destId="{98E52689-EA2B-4CF9-A0AF-4E96A3BDA7E9}" srcOrd="0" destOrd="0" presId="urn:microsoft.com/office/officeart/2008/layout/NameandTitleOrganizationalChart"/>
    <dgm:cxn modelId="{A0B795CA-4841-46FA-9B65-0344292D4E82}" type="presParOf" srcId="{F2901266-36D5-49D0-9940-7BB9AD0AEA40}" destId="{F6EE5ABA-8622-4E3A-A2E1-629324AD6921}" srcOrd="1" destOrd="0" presId="urn:microsoft.com/office/officeart/2008/layout/NameandTitleOrganizationalChart"/>
    <dgm:cxn modelId="{E84A9305-0A19-435B-8FE6-A8C460389A5F}" type="presParOf" srcId="{F6EE5ABA-8622-4E3A-A2E1-629324AD6921}" destId="{16D491BC-A207-4EE5-9862-83151EF76DB7}" srcOrd="0" destOrd="0" presId="urn:microsoft.com/office/officeart/2008/layout/NameandTitleOrganizationalChart"/>
    <dgm:cxn modelId="{A0181DC4-250B-4115-8050-80FE5DD2234A}" type="presParOf" srcId="{16D491BC-A207-4EE5-9862-83151EF76DB7}" destId="{90EE43EF-E097-4E39-A200-53CD6775945B}" srcOrd="0" destOrd="0" presId="urn:microsoft.com/office/officeart/2008/layout/NameandTitleOrganizationalChart"/>
    <dgm:cxn modelId="{FBE5A658-F153-4C39-92E2-CC663C96F07A}" type="presParOf" srcId="{16D491BC-A207-4EE5-9862-83151EF76DB7}" destId="{3B4441B5-51BE-4AA8-BF58-8BA9AA8DB028}" srcOrd="1" destOrd="0" presId="urn:microsoft.com/office/officeart/2008/layout/NameandTitleOrganizationalChart"/>
    <dgm:cxn modelId="{0CB2F47F-A3E3-419F-A1CF-714B761A9114}" type="presParOf" srcId="{16D491BC-A207-4EE5-9862-83151EF76DB7}" destId="{1584E4B1-F27E-4A5F-AB7A-92B10FA4023F}" srcOrd="2" destOrd="0" presId="urn:microsoft.com/office/officeart/2008/layout/NameandTitleOrganizationalChart"/>
    <dgm:cxn modelId="{CD786A05-73D7-4D10-B165-93EB174A63E5}" type="presParOf" srcId="{F6EE5ABA-8622-4E3A-A2E1-629324AD6921}" destId="{72300CB6-69F7-4D19-AD8B-C24ACFB2ACA4}" srcOrd="1" destOrd="0" presId="urn:microsoft.com/office/officeart/2008/layout/NameandTitleOrganizationalChart"/>
    <dgm:cxn modelId="{15DDD55D-90C0-4E27-A2FF-5721960E8DF3}" type="presParOf" srcId="{F6EE5ABA-8622-4E3A-A2E1-629324AD6921}" destId="{90E6E56D-9BAE-446C-8D4D-0B4C79736BE0}" srcOrd="2" destOrd="0" presId="urn:microsoft.com/office/officeart/2008/layout/NameandTitleOrganizationalChart"/>
    <dgm:cxn modelId="{1EE143A0-8FEE-4AB8-A2DF-38574E20D1CE}" type="presParOf" srcId="{F2901266-36D5-49D0-9940-7BB9AD0AEA40}" destId="{68A85679-98D9-4447-900B-15DDDDB12255}" srcOrd="2" destOrd="0" presId="urn:microsoft.com/office/officeart/2008/layout/NameandTitleOrganizationalChart"/>
    <dgm:cxn modelId="{C029D65A-B47B-4128-8EE1-FBE9E42A7490}" type="presParOf" srcId="{F2901266-36D5-49D0-9940-7BB9AD0AEA40}" destId="{76319E50-FC58-408F-B741-7CE8BBC525D1}" srcOrd="3" destOrd="0" presId="urn:microsoft.com/office/officeart/2008/layout/NameandTitleOrganizationalChart"/>
    <dgm:cxn modelId="{95194FCC-B93B-405D-B9F3-46CCBFC53911}" type="presParOf" srcId="{76319E50-FC58-408F-B741-7CE8BBC525D1}" destId="{6A0875FA-C869-4011-9FF4-0360C64E6A58}" srcOrd="0" destOrd="0" presId="urn:microsoft.com/office/officeart/2008/layout/NameandTitleOrganizationalChart"/>
    <dgm:cxn modelId="{D28B4219-4A66-4512-91D9-99B0A10C992E}" type="presParOf" srcId="{6A0875FA-C869-4011-9FF4-0360C64E6A58}" destId="{DB661453-320E-4A4E-93B4-AA0B9786CA05}" srcOrd="0" destOrd="0" presId="urn:microsoft.com/office/officeart/2008/layout/NameandTitleOrganizationalChart"/>
    <dgm:cxn modelId="{E4805C61-DFFA-4859-BA11-359E2B7878E7}" type="presParOf" srcId="{6A0875FA-C869-4011-9FF4-0360C64E6A58}" destId="{60A454CE-4BC4-4CB9-AA14-FCE320EAC37A}" srcOrd="1" destOrd="0" presId="urn:microsoft.com/office/officeart/2008/layout/NameandTitleOrganizationalChart"/>
    <dgm:cxn modelId="{C7D4E8AE-3BBB-4ED1-A3F8-901C9C8A602C}" type="presParOf" srcId="{6A0875FA-C869-4011-9FF4-0360C64E6A58}" destId="{F7EC3F8B-3361-4834-86C5-1531948D447D}" srcOrd="2" destOrd="0" presId="urn:microsoft.com/office/officeart/2008/layout/NameandTitleOrganizationalChart"/>
    <dgm:cxn modelId="{2F653181-E668-4500-A6CE-6001A0001855}" type="presParOf" srcId="{76319E50-FC58-408F-B741-7CE8BBC525D1}" destId="{B880C25A-A4B8-4F25-B4D7-6F6272637670}" srcOrd="1" destOrd="0" presId="urn:microsoft.com/office/officeart/2008/layout/NameandTitleOrganizationalChart"/>
    <dgm:cxn modelId="{54B0E348-CAE6-4ED2-993E-94C8ED454FD5}" type="presParOf" srcId="{76319E50-FC58-408F-B741-7CE8BBC525D1}" destId="{AD701BCA-D420-45C4-911C-B6C76E5DDF9C}" srcOrd="2" destOrd="0" presId="urn:microsoft.com/office/officeart/2008/layout/NameandTitleOrganizationalChart"/>
    <dgm:cxn modelId="{B04E5876-6183-4922-8B61-C376E959A6D1}" type="presParOf" srcId="{D64D404A-4F89-4E13-B89D-E4CA694BC98D}" destId="{5295EA9F-2ECC-48F9-BBB5-398D55268D62}" srcOrd="2" destOrd="0" presId="urn:microsoft.com/office/officeart/2008/layout/NameandTitleOrganizationalChart"/>
    <dgm:cxn modelId="{DDE455AE-173E-4CB3-AC47-048B02E149BA}" type="presParOf" srcId="{858070C0-3463-4815-81E4-9818759171A2}" destId="{3C98443C-DFE1-49AF-8FDC-0C43DA976527}" srcOrd="2" destOrd="0" presId="urn:microsoft.com/office/officeart/2008/layout/NameandTitleOrganizationalChart"/>
    <dgm:cxn modelId="{B1FC66D3-7664-410C-BCA4-54D1412D1ACD}" type="presParOf" srcId="{858070C0-3463-4815-81E4-9818759171A2}" destId="{8A9A13D9-AB14-47BC-BCA3-BE0BC497B99E}" srcOrd="3" destOrd="0" presId="urn:microsoft.com/office/officeart/2008/layout/NameandTitleOrganizationalChart"/>
    <dgm:cxn modelId="{FE62C112-93FF-49CA-851C-518A44309B80}" type="presParOf" srcId="{8A9A13D9-AB14-47BC-BCA3-BE0BC497B99E}" destId="{91940C2E-A45D-432C-9986-1BD9B70F969E}" srcOrd="0" destOrd="0" presId="urn:microsoft.com/office/officeart/2008/layout/NameandTitleOrganizationalChart"/>
    <dgm:cxn modelId="{C975A3EC-2781-4712-AA9E-0A763B131411}" type="presParOf" srcId="{91940C2E-A45D-432C-9986-1BD9B70F969E}" destId="{308CF078-B1B0-4183-B66F-21DD12AEA246}" srcOrd="0" destOrd="0" presId="urn:microsoft.com/office/officeart/2008/layout/NameandTitleOrganizationalChart"/>
    <dgm:cxn modelId="{52E7735B-5DCC-45F9-96B7-02A08D81426E}" type="presParOf" srcId="{91940C2E-A45D-432C-9986-1BD9B70F969E}" destId="{7B15C2A7-7223-4746-80FF-109E1DDD21BD}" srcOrd="1" destOrd="0" presId="urn:microsoft.com/office/officeart/2008/layout/NameandTitleOrganizationalChart"/>
    <dgm:cxn modelId="{5321C385-4C99-4D81-BD65-E358A132D1C7}" type="presParOf" srcId="{91940C2E-A45D-432C-9986-1BD9B70F969E}" destId="{3CCBC831-8DF9-4FF7-82F7-6E7613EA5137}" srcOrd="2" destOrd="0" presId="urn:microsoft.com/office/officeart/2008/layout/NameandTitleOrganizationalChart"/>
    <dgm:cxn modelId="{6B73E210-81C6-4DC2-8827-D8FF8A45C08A}" type="presParOf" srcId="{8A9A13D9-AB14-47BC-BCA3-BE0BC497B99E}" destId="{4E52E532-1DA6-47EC-A5BA-4A1B77C4FF21}" srcOrd="1" destOrd="0" presId="urn:microsoft.com/office/officeart/2008/layout/NameandTitleOrganizationalChart"/>
    <dgm:cxn modelId="{4686037B-B367-423E-AB1B-CD4F521CF0A5}" type="presParOf" srcId="{8A9A13D9-AB14-47BC-BCA3-BE0BC497B99E}" destId="{6CB25404-B664-42FB-9219-DF29155FF7B1}" srcOrd="2" destOrd="0" presId="urn:microsoft.com/office/officeart/2008/layout/NameandTitleOrganizationalChart"/>
    <dgm:cxn modelId="{33BB7885-0AB3-42BB-AA83-CB7BEE012AAB}" type="presParOf" srcId="{76BBD061-6143-4207-89C6-50EFC1F0DD1C}" destId="{753ED432-7E60-48EB-9964-73CBF5712EA7}" srcOrd="2" destOrd="0" presId="urn:microsoft.com/office/officeart/2008/layout/NameandTitleOrganizationalChart"/>
    <dgm:cxn modelId="{4A41B7E9-0926-4634-905D-005A9EB8E2D2}" type="presParOf" srcId="{F130E179-B574-4387-9C02-A4C85F93B4FD}" destId="{6E5F1F02-B606-49B5-92D2-D498F0DF36EA}" srcOrd="2" destOrd="0" presId="urn:microsoft.com/office/officeart/2008/layout/NameandTitleOrganizationalChart"/>
    <dgm:cxn modelId="{DF7F7E62-31B0-4B42-99E6-1A6F7EA0DBF5}" type="presParOf" srcId="{F130E179-B574-4387-9C02-A4C85F93B4FD}" destId="{E96ABF30-0752-4842-B0D9-4024A6705093}" srcOrd="3" destOrd="0" presId="urn:microsoft.com/office/officeart/2008/layout/NameandTitleOrganizationalChart"/>
    <dgm:cxn modelId="{C609C165-C192-4C59-89D0-5850EE18CDA5}" type="presParOf" srcId="{E96ABF30-0752-4842-B0D9-4024A6705093}" destId="{6EF0F9FC-5468-4685-A953-E255A829D093}" srcOrd="0" destOrd="0" presId="urn:microsoft.com/office/officeart/2008/layout/NameandTitleOrganizationalChart"/>
    <dgm:cxn modelId="{B0F8314F-4F23-474A-ADCE-881853A0493B}" type="presParOf" srcId="{6EF0F9FC-5468-4685-A953-E255A829D093}" destId="{B1E7A48B-6B45-4923-9AC0-6CC6266B5594}" srcOrd="0" destOrd="0" presId="urn:microsoft.com/office/officeart/2008/layout/NameandTitleOrganizationalChart"/>
    <dgm:cxn modelId="{D46C54A1-FADF-4C57-8768-C773220B5EE8}" type="presParOf" srcId="{6EF0F9FC-5468-4685-A953-E255A829D093}" destId="{A80BF666-55BE-490D-AE04-ADAFE36E43A3}" srcOrd="1" destOrd="0" presId="urn:microsoft.com/office/officeart/2008/layout/NameandTitleOrganizationalChart"/>
    <dgm:cxn modelId="{0E574E28-A07B-4E6F-ABE1-DCDFE5BB0E0A}" type="presParOf" srcId="{6EF0F9FC-5468-4685-A953-E255A829D093}" destId="{69BC659B-51C6-4E27-9C4F-AB0674589F9E}" srcOrd="2" destOrd="0" presId="urn:microsoft.com/office/officeart/2008/layout/NameandTitleOrganizationalChart"/>
    <dgm:cxn modelId="{D7207F32-0229-4F39-8168-EC25E99567A1}" type="presParOf" srcId="{E96ABF30-0752-4842-B0D9-4024A6705093}" destId="{565E9123-AB8B-4A4F-946B-7DC51FB96D17}" srcOrd="1" destOrd="0" presId="urn:microsoft.com/office/officeart/2008/layout/NameandTitleOrganizationalChart"/>
    <dgm:cxn modelId="{B6F41ED5-7706-4BF0-83CC-02B7A777C16B}" type="presParOf" srcId="{565E9123-AB8B-4A4F-946B-7DC51FB96D17}" destId="{F6F507D7-945C-4408-98A2-B92D85D53F95}" srcOrd="0" destOrd="0" presId="urn:microsoft.com/office/officeart/2008/layout/NameandTitleOrganizationalChart"/>
    <dgm:cxn modelId="{CC769E16-5972-49D6-9938-7895CA174C9D}" type="presParOf" srcId="{565E9123-AB8B-4A4F-946B-7DC51FB96D17}" destId="{E2A23404-5174-4C1B-BC2A-B929D021F465}" srcOrd="1" destOrd="0" presId="urn:microsoft.com/office/officeart/2008/layout/NameandTitleOrganizationalChart"/>
    <dgm:cxn modelId="{F5A02CA0-A72D-40AB-9F22-8D4D33F526A3}" type="presParOf" srcId="{E2A23404-5174-4C1B-BC2A-B929D021F465}" destId="{2435DECC-AEFC-4399-B1F0-8B1A5ADBB580}" srcOrd="0" destOrd="0" presId="urn:microsoft.com/office/officeart/2008/layout/NameandTitleOrganizationalChart"/>
    <dgm:cxn modelId="{92F740F7-F5BB-40B3-BE78-2189509F5046}" type="presParOf" srcId="{2435DECC-AEFC-4399-B1F0-8B1A5ADBB580}" destId="{1C97F14A-FFA6-4F4F-BE3E-6F1DAB083830}" srcOrd="0" destOrd="0" presId="urn:microsoft.com/office/officeart/2008/layout/NameandTitleOrganizationalChart"/>
    <dgm:cxn modelId="{75F6BA91-17A6-4C03-A093-87C2C8EFF8D0}" type="presParOf" srcId="{2435DECC-AEFC-4399-B1F0-8B1A5ADBB580}" destId="{E10CBC5E-615B-4C22-B029-543760215D8D}" srcOrd="1" destOrd="0" presId="urn:microsoft.com/office/officeart/2008/layout/NameandTitleOrganizationalChart"/>
    <dgm:cxn modelId="{E79D14B6-D26B-4A19-9C3F-53CCBBDD1DDA}" type="presParOf" srcId="{2435DECC-AEFC-4399-B1F0-8B1A5ADBB580}" destId="{F6CBC19D-4A36-41DB-B98D-1BB59061523D}" srcOrd="2" destOrd="0" presId="urn:microsoft.com/office/officeart/2008/layout/NameandTitleOrganizationalChart"/>
    <dgm:cxn modelId="{F081FEED-E36C-4A89-B51E-B19991E6769B}" type="presParOf" srcId="{E2A23404-5174-4C1B-BC2A-B929D021F465}" destId="{63E00AB2-BA61-4600-AF0C-3670B3E10891}" srcOrd="1" destOrd="0" presId="urn:microsoft.com/office/officeart/2008/layout/NameandTitleOrganizationalChart"/>
    <dgm:cxn modelId="{4DDF1054-CB81-44C2-AE21-B67C8B53D003}" type="presParOf" srcId="{E2A23404-5174-4C1B-BC2A-B929D021F465}" destId="{3760C387-6AF4-409E-9DA7-9A5F8316D754}" srcOrd="2" destOrd="0" presId="urn:microsoft.com/office/officeart/2008/layout/NameandTitleOrganizationalChart"/>
    <dgm:cxn modelId="{19FCFCA2-EDD7-45F1-BD08-76DDAC6AFE91}" type="presParOf" srcId="{565E9123-AB8B-4A4F-946B-7DC51FB96D17}" destId="{714A7FD7-C8CD-4AC3-97C8-94083CBB5523}" srcOrd="2" destOrd="0" presId="urn:microsoft.com/office/officeart/2008/layout/NameandTitleOrganizationalChart"/>
    <dgm:cxn modelId="{936DA663-A6BF-4276-ACF0-4E4F95F1CA02}" type="presParOf" srcId="{565E9123-AB8B-4A4F-946B-7DC51FB96D17}" destId="{01FC87EF-4E29-4D03-B44B-C1CDA03F8C32}" srcOrd="3" destOrd="0" presId="urn:microsoft.com/office/officeart/2008/layout/NameandTitleOrganizationalChart"/>
    <dgm:cxn modelId="{1D333CF3-6A80-4334-AEB1-A770CC8DEE7C}" type="presParOf" srcId="{01FC87EF-4E29-4D03-B44B-C1CDA03F8C32}" destId="{4B1FFC7B-1CEA-4570-A93E-8653915D406F}" srcOrd="0" destOrd="0" presId="urn:microsoft.com/office/officeart/2008/layout/NameandTitleOrganizationalChart"/>
    <dgm:cxn modelId="{3A982B11-4939-4E0F-B623-98BB7943E016}" type="presParOf" srcId="{4B1FFC7B-1CEA-4570-A93E-8653915D406F}" destId="{CF9DBA01-8DBE-4C8B-8287-DA59D9413C28}" srcOrd="0" destOrd="0" presId="urn:microsoft.com/office/officeart/2008/layout/NameandTitleOrganizationalChart"/>
    <dgm:cxn modelId="{58008623-651D-494C-9CA2-058465578A38}" type="presParOf" srcId="{4B1FFC7B-1CEA-4570-A93E-8653915D406F}" destId="{DFB72EDA-C4BC-4AC8-8C9A-0DBF76492C93}" srcOrd="1" destOrd="0" presId="urn:microsoft.com/office/officeart/2008/layout/NameandTitleOrganizationalChart"/>
    <dgm:cxn modelId="{CB357E49-44D2-46DE-93C9-E54685E5976C}" type="presParOf" srcId="{4B1FFC7B-1CEA-4570-A93E-8653915D406F}" destId="{069D8E45-97F7-461B-892B-2DA1DEE9BC91}" srcOrd="2" destOrd="0" presId="urn:microsoft.com/office/officeart/2008/layout/NameandTitleOrganizationalChart"/>
    <dgm:cxn modelId="{7CC733B2-9CAF-45C0-B7A6-D2EEAA6E4C83}" type="presParOf" srcId="{01FC87EF-4E29-4D03-B44B-C1CDA03F8C32}" destId="{ECA3E682-F8F2-4D10-AE25-5B5733FD7B0F}" srcOrd="1" destOrd="0" presId="urn:microsoft.com/office/officeart/2008/layout/NameandTitleOrganizationalChart"/>
    <dgm:cxn modelId="{81741D12-C3C6-43B5-93E0-B553CF979915}" type="presParOf" srcId="{ECA3E682-F8F2-4D10-AE25-5B5733FD7B0F}" destId="{22DF1468-D0D5-4FAF-ABA2-AA4AA8A3579A}" srcOrd="0" destOrd="0" presId="urn:microsoft.com/office/officeart/2008/layout/NameandTitleOrganizationalChart"/>
    <dgm:cxn modelId="{4A36CD52-EFBD-4623-8724-5AEDC49FBD72}" type="presParOf" srcId="{ECA3E682-F8F2-4D10-AE25-5B5733FD7B0F}" destId="{2B834194-3F8E-4F03-8DB0-C520217622A2}" srcOrd="1" destOrd="0" presId="urn:microsoft.com/office/officeart/2008/layout/NameandTitleOrganizationalChart"/>
    <dgm:cxn modelId="{E8D4D18B-9FCA-4FED-A06E-A340F6B210D9}" type="presParOf" srcId="{2B834194-3F8E-4F03-8DB0-C520217622A2}" destId="{A1ED51A1-7BA0-4E29-92A1-6DBBDADB608F}" srcOrd="0" destOrd="0" presId="urn:microsoft.com/office/officeart/2008/layout/NameandTitleOrganizationalChart"/>
    <dgm:cxn modelId="{EA48BB62-48DF-4DB3-AA6F-A41C02C9E5C8}" type="presParOf" srcId="{A1ED51A1-7BA0-4E29-92A1-6DBBDADB608F}" destId="{607B8DFA-1809-47BC-B73D-2416B38DDC98}" srcOrd="0" destOrd="0" presId="urn:microsoft.com/office/officeart/2008/layout/NameandTitleOrganizationalChart"/>
    <dgm:cxn modelId="{7A5955BA-F47B-4E9D-8F1A-817C70974EDA}" type="presParOf" srcId="{A1ED51A1-7BA0-4E29-92A1-6DBBDADB608F}" destId="{AC3C5946-9A3A-4BA8-8A9D-5D026B127259}" srcOrd="1" destOrd="0" presId="urn:microsoft.com/office/officeart/2008/layout/NameandTitleOrganizationalChart"/>
    <dgm:cxn modelId="{8CA93C62-575F-459D-8C0D-775E42A98642}" type="presParOf" srcId="{A1ED51A1-7BA0-4E29-92A1-6DBBDADB608F}" destId="{578DAAE2-D31B-405A-89CB-F2D01F96FC01}" srcOrd="2" destOrd="0" presId="urn:microsoft.com/office/officeart/2008/layout/NameandTitleOrganizationalChart"/>
    <dgm:cxn modelId="{8713C832-F5CB-4AC9-962C-379A2B81EDA7}" type="presParOf" srcId="{2B834194-3F8E-4F03-8DB0-C520217622A2}" destId="{B71C73CA-FBE8-4D8C-9EE7-36A93D4CC6B4}" srcOrd="1" destOrd="0" presId="urn:microsoft.com/office/officeart/2008/layout/NameandTitleOrganizationalChart"/>
    <dgm:cxn modelId="{B73484A0-2584-4047-8E65-AA603A001897}" type="presParOf" srcId="{B71C73CA-FBE8-4D8C-9EE7-36A93D4CC6B4}" destId="{FD0324BF-2628-46C3-865B-341608564C38}" srcOrd="0" destOrd="0" presId="urn:microsoft.com/office/officeart/2008/layout/NameandTitleOrganizationalChart"/>
    <dgm:cxn modelId="{435432A4-C0D3-4275-8C32-A17176FE1C07}" type="presParOf" srcId="{B71C73CA-FBE8-4D8C-9EE7-36A93D4CC6B4}" destId="{87CAFF10-7DF7-4432-9AD4-1892C490A9B1}" srcOrd="1" destOrd="0" presId="urn:microsoft.com/office/officeart/2008/layout/NameandTitleOrganizationalChart"/>
    <dgm:cxn modelId="{B2C7C46A-E272-4A2E-8E89-827BC889D10E}" type="presParOf" srcId="{87CAFF10-7DF7-4432-9AD4-1892C490A9B1}" destId="{124E3D04-A1FD-4DA8-8A95-D931FFACEAE8}" srcOrd="0" destOrd="0" presId="urn:microsoft.com/office/officeart/2008/layout/NameandTitleOrganizationalChart"/>
    <dgm:cxn modelId="{4E54FEA8-07F1-4B52-9784-9E7116A8AD0C}" type="presParOf" srcId="{124E3D04-A1FD-4DA8-8A95-D931FFACEAE8}" destId="{16F54107-72E6-4005-B2EC-074B5384DBDD}" srcOrd="0" destOrd="0" presId="urn:microsoft.com/office/officeart/2008/layout/NameandTitleOrganizationalChart"/>
    <dgm:cxn modelId="{54FFCA89-AEAA-4214-A611-C67B8617CB78}" type="presParOf" srcId="{124E3D04-A1FD-4DA8-8A95-D931FFACEAE8}" destId="{008BD52E-0B91-4047-87AE-F7D025944795}" srcOrd="1" destOrd="0" presId="urn:microsoft.com/office/officeart/2008/layout/NameandTitleOrganizationalChart"/>
    <dgm:cxn modelId="{E9C32B51-6BEC-43CE-A1AC-674084D779B5}" type="presParOf" srcId="{124E3D04-A1FD-4DA8-8A95-D931FFACEAE8}" destId="{D6D35618-6C49-4041-A92C-2ED39EE9B53F}" srcOrd="2" destOrd="0" presId="urn:microsoft.com/office/officeart/2008/layout/NameandTitleOrganizationalChart"/>
    <dgm:cxn modelId="{A3DE2E14-A54E-4C4E-834D-904DBC16A170}" type="presParOf" srcId="{87CAFF10-7DF7-4432-9AD4-1892C490A9B1}" destId="{CD351366-EABD-48C5-BBF3-BEC919DAF6F1}" srcOrd="1" destOrd="0" presId="urn:microsoft.com/office/officeart/2008/layout/NameandTitleOrganizationalChart"/>
    <dgm:cxn modelId="{C1458F50-815B-476F-BA3E-E00145759D3E}" type="presParOf" srcId="{87CAFF10-7DF7-4432-9AD4-1892C490A9B1}" destId="{A6DEFF3A-243E-4F2E-9787-2445091F1218}" srcOrd="2" destOrd="0" presId="urn:microsoft.com/office/officeart/2008/layout/NameandTitleOrganizationalChart"/>
    <dgm:cxn modelId="{6CA04E74-1D8A-4887-A35C-B04C987E8E68}" type="presParOf" srcId="{2B834194-3F8E-4F03-8DB0-C520217622A2}" destId="{47576448-5566-4F06-A5C2-5BD68B4DFBF2}" srcOrd="2" destOrd="0" presId="urn:microsoft.com/office/officeart/2008/layout/NameandTitleOrganizationalChart"/>
    <dgm:cxn modelId="{B443E581-B349-494C-80FC-7FC64730D46E}" type="presParOf" srcId="{47576448-5566-4F06-A5C2-5BD68B4DFBF2}" destId="{74DFF223-D8E6-41A0-840D-402B85E4A60D}" srcOrd="0" destOrd="0" presId="urn:microsoft.com/office/officeart/2008/layout/NameandTitleOrganizationalChart"/>
    <dgm:cxn modelId="{B621CA1C-51EC-4058-AC25-4F49B5E21361}" type="presParOf" srcId="{47576448-5566-4F06-A5C2-5BD68B4DFBF2}" destId="{6F1E5431-A3BC-4C99-B2D0-9FE70A83AAF2}" srcOrd="1" destOrd="0" presId="urn:microsoft.com/office/officeart/2008/layout/NameandTitleOrganizationalChart"/>
    <dgm:cxn modelId="{C66E00CE-2EFB-4440-A142-C2EB2F63720C}" type="presParOf" srcId="{6F1E5431-A3BC-4C99-B2D0-9FE70A83AAF2}" destId="{6415FF6E-98E5-4DC3-8C17-CCBF3AD8177D}" srcOrd="0" destOrd="0" presId="urn:microsoft.com/office/officeart/2008/layout/NameandTitleOrganizationalChart"/>
    <dgm:cxn modelId="{2C9A27A1-A39F-410F-95B2-D1BBE7CB00D5}" type="presParOf" srcId="{6415FF6E-98E5-4DC3-8C17-CCBF3AD8177D}" destId="{B6367AB1-F24E-472A-98B7-0F3AC95EE21B}" srcOrd="0" destOrd="0" presId="urn:microsoft.com/office/officeart/2008/layout/NameandTitleOrganizationalChart"/>
    <dgm:cxn modelId="{8093FBD7-8DA4-48FE-B619-CF991546BA14}" type="presParOf" srcId="{6415FF6E-98E5-4DC3-8C17-CCBF3AD8177D}" destId="{D1D50FCC-EFBA-43AC-8C8F-A952E286EEE9}" srcOrd="1" destOrd="0" presId="urn:microsoft.com/office/officeart/2008/layout/NameandTitleOrganizationalChart"/>
    <dgm:cxn modelId="{22619516-77A6-4840-8A80-BB9DC26AB72C}" type="presParOf" srcId="{6415FF6E-98E5-4DC3-8C17-CCBF3AD8177D}" destId="{615F2E63-2F02-418C-9334-5BEDABA045A1}" srcOrd="2" destOrd="0" presId="urn:microsoft.com/office/officeart/2008/layout/NameandTitleOrganizationalChart"/>
    <dgm:cxn modelId="{4DBFB780-9DDF-4DA5-9098-122295FA4CB2}" type="presParOf" srcId="{6F1E5431-A3BC-4C99-B2D0-9FE70A83AAF2}" destId="{36E61E06-C0F9-4AB5-813E-B0E86B8EEEA0}" srcOrd="1" destOrd="0" presId="urn:microsoft.com/office/officeart/2008/layout/NameandTitleOrganizationalChart"/>
    <dgm:cxn modelId="{81738183-01DF-487C-B32F-926FC5FA21B1}" type="presParOf" srcId="{6F1E5431-A3BC-4C99-B2D0-9FE70A83AAF2}" destId="{5CAFBC5D-6CE9-499D-97DF-09A28DBE4B63}" srcOrd="2" destOrd="0" presId="urn:microsoft.com/office/officeart/2008/layout/NameandTitleOrganizationalChart"/>
    <dgm:cxn modelId="{13774FAC-5DB1-4DC5-89A5-916BB6188A80}" type="presParOf" srcId="{47576448-5566-4F06-A5C2-5BD68B4DFBF2}" destId="{E78768B8-C5DF-44EE-ADF7-75BE2D51D13C}" srcOrd="2" destOrd="0" presId="urn:microsoft.com/office/officeart/2008/layout/NameandTitleOrganizationalChart"/>
    <dgm:cxn modelId="{D478F9BA-39BA-4FB9-B533-EB428F70406B}" type="presParOf" srcId="{47576448-5566-4F06-A5C2-5BD68B4DFBF2}" destId="{E35CB21B-1277-44D0-91C7-C6D3333FDB2D}" srcOrd="3" destOrd="0" presId="urn:microsoft.com/office/officeart/2008/layout/NameandTitleOrganizationalChart"/>
    <dgm:cxn modelId="{10B8D7D4-F37A-439D-BE60-2BAA3318CDC8}" type="presParOf" srcId="{E35CB21B-1277-44D0-91C7-C6D3333FDB2D}" destId="{20986078-6421-4C9A-B0A4-94993C44DECC}" srcOrd="0" destOrd="0" presId="urn:microsoft.com/office/officeart/2008/layout/NameandTitleOrganizationalChart"/>
    <dgm:cxn modelId="{01F393C2-0F76-44B9-B455-F25B79BAD886}" type="presParOf" srcId="{20986078-6421-4C9A-B0A4-94993C44DECC}" destId="{8BFC2333-BDE4-49AD-8700-1829A2014962}" srcOrd="0" destOrd="0" presId="urn:microsoft.com/office/officeart/2008/layout/NameandTitleOrganizationalChart"/>
    <dgm:cxn modelId="{C844C8D8-1C21-4819-A475-F75D3759EA13}" type="presParOf" srcId="{20986078-6421-4C9A-B0A4-94993C44DECC}" destId="{C5249466-68EB-44FB-8846-2D9D26BE3F5D}" srcOrd="1" destOrd="0" presId="urn:microsoft.com/office/officeart/2008/layout/NameandTitleOrganizationalChart"/>
    <dgm:cxn modelId="{9B27DFC0-8608-4ABF-813F-FECD7F4156C4}" type="presParOf" srcId="{20986078-6421-4C9A-B0A4-94993C44DECC}" destId="{556FC37E-165D-43A6-A804-57EF67209C2A}" srcOrd="2" destOrd="0" presId="urn:microsoft.com/office/officeart/2008/layout/NameandTitleOrganizationalChart"/>
    <dgm:cxn modelId="{74FBF682-0ECA-4B8C-9DDD-BF01D2B95234}" type="presParOf" srcId="{E35CB21B-1277-44D0-91C7-C6D3333FDB2D}" destId="{DA07FBAD-6B45-44C4-B15C-00C46072BBA4}" srcOrd="1" destOrd="0" presId="urn:microsoft.com/office/officeart/2008/layout/NameandTitleOrganizationalChart"/>
    <dgm:cxn modelId="{2791F805-5584-4C80-8690-E16507FAC919}" type="presParOf" srcId="{E35CB21B-1277-44D0-91C7-C6D3333FDB2D}" destId="{3CEA3FC6-3940-4EA5-ADAB-CE125F4F3106}" srcOrd="2" destOrd="0" presId="urn:microsoft.com/office/officeart/2008/layout/NameandTitleOrganizationalChart"/>
    <dgm:cxn modelId="{79D72429-E43D-4D1B-B7E7-5AAAB6585998}" type="presParOf" srcId="{ECA3E682-F8F2-4D10-AE25-5B5733FD7B0F}" destId="{A827D8AF-4786-4FE3-B0F7-FDC3B77E1DD6}" srcOrd="2" destOrd="0" presId="urn:microsoft.com/office/officeart/2008/layout/NameandTitleOrganizationalChart"/>
    <dgm:cxn modelId="{BDAF3F02-1649-4985-86C2-F7A142F48262}" type="presParOf" srcId="{ECA3E682-F8F2-4D10-AE25-5B5733FD7B0F}" destId="{E75D680D-33D6-4482-90B5-028EC66EF66B}" srcOrd="3" destOrd="0" presId="urn:microsoft.com/office/officeart/2008/layout/NameandTitleOrganizationalChart"/>
    <dgm:cxn modelId="{3B79BE36-E2BC-473A-B27F-882C56EB012D}" type="presParOf" srcId="{E75D680D-33D6-4482-90B5-028EC66EF66B}" destId="{0463842B-1BA1-4C95-8A4F-167B0A05B910}" srcOrd="0" destOrd="0" presId="urn:microsoft.com/office/officeart/2008/layout/NameandTitleOrganizationalChart"/>
    <dgm:cxn modelId="{7841F174-428E-495C-9658-7D1BAD09896C}" type="presParOf" srcId="{0463842B-1BA1-4C95-8A4F-167B0A05B910}" destId="{D584345E-4634-4265-9953-4CD20D048824}" srcOrd="0" destOrd="0" presId="urn:microsoft.com/office/officeart/2008/layout/NameandTitleOrganizationalChart"/>
    <dgm:cxn modelId="{38520650-E89B-4289-B145-10100F3DD6D1}" type="presParOf" srcId="{0463842B-1BA1-4C95-8A4F-167B0A05B910}" destId="{564B7DEC-5CE5-4E43-A09C-D9ECABE934DF}" srcOrd="1" destOrd="0" presId="urn:microsoft.com/office/officeart/2008/layout/NameandTitleOrganizationalChart"/>
    <dgm:cxn modelId="{8C3829A0-A854-43E6-9EAD-16D6870493A9}" type="presParOf" srcId="{0463842B-1BA1-4C95-8A4F-167B0A05B910}" destId="{3A1F2125-159A-4BF8-869A-5F1762A95B13}" srcOrd="2" destOrd="0" presId="urn:microsoft.com/office/officeart/2008/layout/NameandTitleOrganizationalChart"/>
    <dgm:cxn modelId="{BB5DE441-F704-4FE5-A731-7F8F3F8C8413}" type="presParOf" srcId="{E75D680D-33D6-4482-90B5-028EC66EF66B}" destId="{A6BF864F-055B-486B-92C7-BCE563274D3E}" srcOrd="1" destOrd="0" presId="urn:microsoft.com/office/officeart/2008/layout/NameandTitleOrganizationalChart"/>
    <dgm:cxn modelId="{2EC2BF21-93B0-447A-A02A-F512A9021D77}" type="presParOf" srcId="{E75D680D-33D6-4482-90B5-028EC66EF66B}" destId="{B40E97E1-608E-4743-A88A-C803F221A84E}" srcOrd="2" destOrd="0" presId="urn:microsoft.com/office/officeart/2008/layout/NameandTitleOrganizationalChart"/>
    <dgm:cxn modelId="{604179D4-FFB0-4948-94CB-61A832E6CE5A}" type="presParOf" srcId="{ECA3E682-F8F2-4D10-AE25-5B5733FD7B0F}" destId="{E36D73C1-228C-460A-A26F-0CBA9D0778DD}" srcOrd="4" destOrd="0" presId="urn:microsoft.com/office/officeart/2008/layout/NameandTitleOrganizationalChart"/>
    <dgm:cxn modelId="{8DA6B3A6-CCB3-4AE7-9A1D-EC18A977A78D}" type="presParOf" srcId="{ECA3E682-F8F2-4D10-AE25-5B5733FD7B0F}" destId="{46845363-9C26-47CC-838D-EBE0426E9BD0}" srcOrd="5" destOrd="0" presId="urn:microsoft.com/office/officeart/2008/layout/NameandTitleOrganizationalChart"/>
    <dgm:cxn modelId="{F3155259-68E1-42C1-8A1A-8D26089F3067}" type="presParOf" srcId="{46845363-9C26-47CC-838D-EBE0426E9BD0}" destId="{66257129-A1DE-4A2D-BCDF-DDE5EDB4EDA3}" srcOrd="0" destOrd="0" presId="urn:microsoft.com/office/officeart/2008/layout/NameandTitleOrganizationalChart"/>
    <dgm:cxn modelId="{5FD32252-F972-4609-8FE0-7BE81FEE02AF}" type="presParOf" srcId="{66257129-A1DE-4A2D-BCDF-DDE5EDB4EDA3}" destId="{8A4DF90E-8042-4E98-A25A-F8FAA60C832E}" srcOrd="0" destOrd="0" presId="urn:microsoft.com/office/officeart/2008/layout/NameandTitleOrganizationalChart"/>
    <dgm:cxn modelId="{8EAEA94D-611A-4E82-B587-5A53F62E1767}" type="presParOf" srcId="{66257129-A1DE-4A2D-BCDF-DDE5EDB4EDA3}" destId="{A644D080-ADB7-429A-B1E2-997ADC47ADFA}" srcOrd="1" destOrd="0" presId="urn:microsoft.com/office/officeart/2008/layout/NameandTitleOrganizationalChart"/>
    <dgm:cxn modelId="{0DC7EC2A-A1EC-4DE2-9ED3-16F433236F6F}" type="presParOf" srcId="{66257129-A1DE-4A2D-BCDF-DDE5EDB4EDA3}" destId="{960C94E6-7949-4018-AB47-301A428AD19C}" srcOrd="2" destOrd="0" presId="urn:microsoft.com/office/officeart/2008/layout/NameandTitleOrganizationalChart"/>
    <dgm:cxn modelId="{EBCDA23F-FBBF-4289-A2F9-B0E089A7C420}" type="presParOf" srcId="{46845363-9C26-47CC-838D-EBE0426E9BD0}" destId="{209FA613-7F85-46FD-B367-1414D836D88A}" srcOrd="1" destOrd="0" presId="urn:microsoft.com/office/officeart/2008/layout/NameandTitleOrganizationalChart"/>
    <dgm:cxn modelId="{F7BD46CD-8BBF-4C44-BF04-A0DBC59CE4AE}" type="presParOf" srcId="{46845363-9C26-47CC-838D-EBE0426E9BD0}" destId="{D212E691-BBF5-4CE9-B994-666B5A73F0BB}" srcOrd="2" destOrd="0" presId="urn:microsoft.com/office/officeart/2008/layout/NameandTitleOrganizationalChart"/>
    <dgm:cxn modelId="{134FDA86-68A4-4688-AFD8-7FA06D32758A}" type="presParOf" srcId="{01FC87EF-4E29-4D03-B44B-C1CDA03F8C32}" destId="{2AA6AC77-BAC9-404B-8883-C8341B6EC9ED}" srcOrd="2" destOrd="0" presId="urn:microsoft.com/office/officeart/2008/layout/NameandTitleOrganizationalChart"/>
    <dgm:cxn modelId="{B496DC0E-570D-40DF-B229-67284151463E}" type="presParOf" srcId="{E96ABF30-0752-4842-B0D9-4024A6705093}" destId="{1F6F202F-63C4-48CC-8D98-AACBE7DCCDDB}" srcOrd="2" destOrd="0" presId="urn:microsoft.com/office/officeart/2008/layout/NameandTitleOrganizationalChart"/>
    <dgm:cxn modelId="{5FC4C44F-8E07-4F62-A5C2-FFF1AC2B15CC}" type="presParOf" srcId="{270F45D4-9370-4729-B33C-F4A160C61EE0}" destId="{303E5A4C-0D22-4806-9C7C-70173B0C5253}" srcOrd="2" destOrd="0" presId="urn:microsoft.com/office/officeart/2008/layout/NameandTitleOrganizationalChart"/>
    <dgm:cxn modelId="{38B5D83B-EA92-4330-9B18-5AFAC24FCE26}" type="presParOf" srcId="{303E5A4C-0D22-4806-9C7C-70173B0C5253}" destId="{2C5C9FD4-8F5C-4A7B-8381-FFDAA742EC63}" srcOrd="0" destOrd="0" presId="urn:microsoft.com/office/officeart/2008/layout/NameandTitleOrganizationalChart"/>
    <dgm:cxn modelId="{84144979-781A-4395-82D7-5C3FCA24FB03}" type="presParOf" srcId="{303E5A4C-0D22-4806-9C7C-70173B0C5253}" destId="{92A32E24-6139-4B7E-8BFA-21296D4FB73B}" srcOrd="1" destOrd="0" presId="urn:microsoft.com/office/officeart/2008/layout/NameandTitleOrganizationalChart"/>
    <dgm:cxn modelId="{EA1BF54B-3A80-4720-9D89-E3F47B5BE321}" type="presParOf" srcId="{92A32E24-6139-4B7E-8BFA-21296D4FB73B}" destId="{32C6A415-797D-490C-A469-0510F7B98FC4}" srcOrd="0" destOrd="0" presId="urn:microsoft.com/office/officeart/2008/layout/NameandTitleOrganizationalChart"/>
    <dgm:cxn modelId="{DA865E71-7390-401E-BB91-F7BCA0034231}" type="presParOf" srcId="{32C6A415-797D-490C-A469-0510F7B98FC4}" destId="{9E7723D4-AAE2-4F6B-A4CD-0248C730B4C7}" srcOrd="0" destOrd="0" presId="urn:microsoft.com/office/officeart/2008/layout/NameandTitleOrganizationalChart"/>
    <dgm:cxn modelId="{BE5B9E8B-FF2D-4976-999A-8EEA9FC1C06C}" type="presParOf" srcId="{32C6A415-797D-490C-A469-0510F7B98FC4}" destId="{4E48B65F-B70C-42F9-8733-06B4FA33C6A9}" srcOrd="1" destOrd="0" presId="urn:microsoft.com/office/officeart/2008/layout/NameandTitleOrganizationalChart"/>
    <dgm:cxn modelId="{CB6C920B-2DBF-4118-83D3-DC56221995BE}" type="presParOf" srcId="{32C6A415-797D-490C-A469-0510F7B98FC4}" destId="{A317460E-C09A-438D-9EA4-299B915C0659}" srcOrd="2" destOrd="0" presId="urn:microsoft.com/office/officeart/2008/layout/NameandTitleOrganizationalChart"/>
    <dgm:cxn modelId="{FB811D0F-BC86-41A4-97B4-4D5E4CC00602}" type="presParOf" srcId="{92A32E24-6139-4B7E-8BFA-21296D4FB73B}" destId="{ED1FC6E2-BDF8-4A4C-A905-612390E9250A}" srcOrd="1" destOrd="0" presId="urn:microsoft.com/office/officeart/2008/layout/NameandTitleOrganizationalChart"/>
    <dgm:cxn modelId="{689A3E9E-C94A-4C06-A73F-85E63530FB2B}" type="presParOf" srcId="{92A32E24-6139-4B7E-8BFA-21296D4FB73B}" destId="{640E6A5B-ED00-49AB-BB69-E3FBBDAC4AF4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932E978-BDA0-40E4-B025-DC02EFFB8246}" type="doc">
      <dgm:prSet loTypeId="urn:microsoft.com/office/officeart/2008/layout/NameandTitleOrganizationalChart" loCatId="hierarchy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E3589905-D0DB-44DB-9BD5-A7D20CE683B7}">
      <dgm:prSet phldrT="[Текст]"/>
      <dgm:spPr/>
      <dgm:t>
        <a:bodyPr/>
        <a:lstStyle/>
        <a:p>
          <a:r>
            <a:rPr lang="en-US" dirty="0" err="1">
              <a:latin typeface="Bahnschrift SemiBold" panose="020B0502040204020203" pitchFamily="34" charset="0"/>
            </a:rPr>
            <a:t>MainMenu</a:t>
          </a:r>
          <a:endParaRPr lang="ru-RU" dirty="0">
            <a:latin typeface="Bahnschrift SemiBold" panose="020B0502040204020203" pitchFamily="34" charset="0"/>
          </a:endParaRPr>
        </a:p>
      </dgm:t>
    </dgm:pt>
    <dgm:pt modelId="{22CE939D-BDDC-453F-A734-4E33E0B159C4}" type="parTrans" cxnId="{A40916E5-7536-436A-A779-15D0D41BEC98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7D86927E-4FC0-41B4-9AA3-18AA03F67EB3}" type="sibTrans" cxnId="{A40916E5-7536-436A-A779-15D0D41BEC98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Главное меню</a:t>
          </a:r>
        </a:p>
      </dgm:t>
    </dgm:pt>
    <dgm:pt modelId="{0BF2306E-FC9A-4D0D-9CCD-EC78E8CF81C0}" type="asst">
      <dgm:prSet phldrT="[Текст]"/>
      <dgm:spPr/>
      <dgm:t>
        <a:bodyPr/>
        <a:lstStyle/>
        <a:p>
          <a:r>
            <a:rPr lang="en-US" dirty="0" err="1">
              <a:latin typeface="Bahnschrift SemiBold" panose="020B0502040204020203" pitchFamily="34" charset="0"/>
            </a:rPr>
            <a:t>SettingsMenu</a:t>
          </a:r>
          <a:endParaRPr lang="ru-RU" dirty="0">
            <a:latin typeface="Bahnschrift SemiBold" panose="020B0502040204020203" pitchFamily="34" charset="0"/>
          </a:endParaRPr>
        </a:p>
      </dgm:t>
    </dgm:pt>
    <dgm:pt modelId="{F1288037-6B64-4856-AB18-C73F8A599BE5}" type="parTrans" cxnId="{F11E74C1-02A1-4522-92CA-D8359364309D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64DA62FE-6C54-44D7-895E-4B0EF2FFA7AA}" type="sibTrans" cxnId="{F11E74C1-02A1-4522-92CA-D8359364309D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Меню уровней</a:t>
          </a:r>
        </a:p>
      </dgm:t>
    </dgm:pt>
    <dgm:pt modelId="{ACDF4118-0DB9-4D1F-8AE4-66085C26B3BD}" type="asst">
      <dgm:prSet/>
      <dgm:spPr/>
      <dgm:t>
        <a:bodyPr/>
        <a:lstStyle/>
        <a:p>
          <a:r>
            <a:rPr lang="en-US" dirty="0" err="1">
              <a:latin typeface="Bahnschrift SemiBold" panose="020B0502040204020203" pitchFamily="34" charset="0"/>
            </a:rPr>
            <a:t>LevelsMenu</a:t>
          </a:r>
          <a:endParaRPr lang="ru-RU" dirty="0">
            <a:latin typeface="Bahnschrift SemiBold" panose="020B0502040204020203" pitchFamily="34" charset="0"/>
          </a:endParaRPr>
        </a:p>
      </dgm:t>
    </dgm:pt>
    <dgm:pt modelId="{7C04A18B-8965-4F14-B883-725318399C55}" type="parTrans" cxnId="{157DCE52-BBCD-4C65-80CC-4C8F654578FD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5BF75417-9925-4AA8-8A84-142DFE36F702}" type="sibTrans" cxnId="{157DCE52-BBCD-4C65-80CC-4C8F654578FD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Меню выбора уровней</a:t>
          </a:r>
        </a:p>
      </dgm:t>
    </dgm:pt>
    <dgm:pt modelId="{5D2BEC70-1859-4AC5-91F6-707434701199}">
      <dgm:prSet/>
      <dgm:spPr/>
      <dgm:t>
        <a:bodyPr/>
        <a:lstStyle/>
        <a:p>
          <a:r>
            <a:rPr lang="en-US" dirty="0">
              <a:latin typeface="Bahnschrift SemiBold" panose="020B0502040204020203" pitchFamily="34" charset="0"/>
            </a:rPr>
            <a:t>Level</a:t>
          </a:r>
          <a:endParaRPr lang="ru-RU" dirty="0">
            <a:latin typeface="Bahnschrift SemiBold" panose="020B0502040204020203" pitchFamily="34" charset="0"/>
          </a:endParaRPr>
        </a:p>
      </dgm:t>
    </dgm:pt>
    <dgm:pt modelId="{6DD8BE3C-B2E2-47E0-811B-E8AB994BC328}" type="parTrans" cxnId="{6715F273-659B-4A97-8C5E-95721970CB1E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7FFC5C39-12AC-4362-B282-B831184AC594}" type="sibTrans" cxnId="{6715F273-659B-4A97-8C5E-95721970CB1E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Уровень</a:t>
          </a:r>
        </a:p>
      </dgm:t>
    </dgm:pt>
    <dgm:pt modelId="{B396EB67-8334-49D3-970F-82844FEB3185}" type="asst">
      <dgm:prSet/>
      <dgm:spPr/>
      <dgm:t>
        <a:bodyPr/>
        <a:lstStyle/>
        <a:p>
          <a:r>
            <a:rPr lang="en-US" dirty="0" err="1">
              <a:latin typeface="Bahnschrift SemiBold" panose="020B0502040204020203" pitchFamily="34" charset="0"/>
            </a:rPr>
            <a:t>PauseMenu</a:t>
          </a:r>
          <a:endParaRPr lang="en-US" dirty="0">
            <a:latin typeface="Bahnschrift SemiBold" panose="020B0502040204020203" pitchFamily="34" charset="0"/>
          </a:endParaRPr>
        </a:p>
      </dgm:t>
    </dgm:pt>
    <dgm:pt modelId="{D8493EAC-9204-4492-ACE2-EA49B8F0909F}" type="parTrans" cxnId="{2996CDF0-1B56-4C59-A3E7-1948FC4FD29E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E32589DE-87BF-48E8-86E4-8346F5ACF0E0}" type="sibTrans" cxnId="{2996CDF0-1B56-4C59-A3E7-1948FC4FD29E}">
      <dgm:prSet/>
      <dgm:spPr/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Пауза</a:t>
          </a:r>
        </a:p>
      </dgm:t>
    </dgm:pt>
    <dgm:pt modelId="{C950246C-A51D-4734-BB8F-4BB23523AECC}" type="pres">
      <dgm:prSet presAssocID="{3932E978-BDA0-40E4-B025-DC02EFFB824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F245A3B-B9BA-46D6-BA68-36189B83C4C4}" type="pres">
      <dgm:prSet presAssocID="{E3589905-D0DB-44DB-9BD5-A7D20CE683B7}" presName="hierRoot1" presStyleCnt="0">
        <dgm:presLayoutVars>
          <dgm:hierBranch val="init"/>
        </dgm:presLayoutVars>
      </dgm:prSet>
      <dgm:spPr/>
    </dgm:pt>
    <dgm:pt modelId="{6F953EB1-6455-4D8F-93C1-6A98CFCA83DD}" type="pres">
      <dgm:prSet presAssocID="{E3589905-D0DB-44DB-9BD5-A7D20CE683B7}" presName="rootComposite1" presStyleCnt="0"/>
      <dgm:spPr/>
    </dgm:pt>
    <dgm:pt modelId="{4380DF32-C380-4AA2-B32E-8F7851D2A4FD}" type="pres">
      <dgm:prSet presAssocID="{E3589905-D0DB-44DB-9BD5-A7D20CE683B7}" presName="rootText1" presStyleLbl="node0" presStyleIdx="0" presStyleCnt="1" custScaleX="136088">
        <dgm:presLayoutVars>
          <dgm:chMax/>
          <dgm:chPref val="3"/>
        </dgm:presLayoutVars>
      </dgm:prSet>
      <dgm:spPr/>
    </dgm:pt>
    <dgm:pt modelId="{40C16F3D-3945-4020-B566-F15AFFFDDADD}" type="pres">
      <dgm:prSet presAssocID="{E3589905-D0DB-44DB-9BD5-A7D20CE683B7}" presName="titleText1" presStyleLbl="fgAcc0" presStyleIdx="0" presStyleCnt="1">
        <dgm:presLayoutVars>
          <dgm:chMax val="0"/>
          <dgm:chPref val="0"/>
        </dgm:presLayoutVars>
      </dgm:prSet>
      <dgm:spPr/>
    </dgm:pt>
    <dgm:pt modelId="{FF328C40-39FD-4F03-B9B7-45D37C705D9C}" type="pres">
      <dgm:prSet presAssocID="{E3589905-D0DB-44DB-9BD5-A7D20CE683B7}" presName="rootConnector1" presStyleLbl="node1" presStyleIdx="0" presStyleCnt="1"/>
      <dgm:spPr/>
    </dgm:pt>
    <dgm:pt modelId="{4F551BF6-262F-4FCF-8934-5A6C2BED4942}" type="pres">
      <dgm:prSet presAssocID="{E3589905-D0DB-44DB-9BD5-A7D20CE683B7}" presName="hierChild2" presStyleCnt="0"/>
      <dgm:spPr/>
    </dgm:pt>
    <dgm:pt modelId="{0592FA88-B9E2-45D9-B0D9-123B0F4F1A76}" type="pres">
      <dgm:prSet presAssocID="{E3589905-D0DB-44DB-9BD5-A7D20CE683B7}" presName="hierChild3" presStyleCnt="0"/>
      <dgm:spPr/>
    </dgm:pt>
    <dgm:pt modelId="{0D4E915C-A4BB-4B0D-BD24-85C65F3A6DD3}" type="pres">
      <dgm:prSet presAssocID="{F1288037-6B64-4856-AB18-C73F8A599BE5}" presName="Name96" presStyleLbl="parChTrans1D2" presStyleIdx="0" presStyleCnt="2"/>
      <dgm:spPr/>
    </dgm:pt>
    <dgm:pt modelId="{4EE63D47-0143-480A-8557-F9FAAF1B3859}" type="pres">
      <dgm:prSet presAssocID="{0BF2306E-FC9A-4D0D-9CCD-EC78E8CF81C0}" presName="hierRoot3" presStyleCnt="0">
        <dgm:presLayoutVars>
          <dgm:hierBranch val="init"/>
        </dgm:presLayoutVars>
      </dgm:prSet>
      <dgm:spPr/>
    </dgm:pt>
    <dgm:pt modelId="{E4E8594F-96C3-4E34-BDD3-C78B2CB9AAD0}" type="pres">
      <dgm:prSet presAssocID="{0BF2306E-FC9A-4D0D-9CCD-EC78E8CF81C0}" presName="rootComposite3" presStyleCnt="0"/>
      <dgm:spPr/>
    </dgm:pt>
    <dgm:pt modelId="{D2BF35FB-B25A-4120-91DF-D7D4573292A1}" type="pres">
      <dgm:prSet presAssocID="{0BF2306E-FC9A-4D0D-9CCD-EC78E8CF81C0}" presName="rootText3" presStyleLbl="asst1" presStyleIdx="0" presStyleCnt="3" custScaleX="136088">
        <dgm:presLayoutVars>
          <dgm:chPref val="3"/>
        </dgm:presLayoutVars>
      </dgm:prSet>
      <dgm:spPr/>
    </dgm:pt>
    <dgm:pt modelId="{70A799E2-E202-481B-B40B-549D6ED253C2}" type="pres">
      <dgm:prSet presAssocID="{0BF2306E-FC9A-4D0D-9CCD-EC78E8CF81C0}" presName="titleText3" presStyleLbl="fgAcc2" presStyleIdx="0" presStyleCnt="3">
        <dgm:presLayoutVars>
          <dgm:chMax val="0"/>
          <dgm:chPref val="0"/>
        </dgm:presLayoutVars>
      </dgm:prSet>
      <dgm:spPr/>
    </dgm:pt>
    <dgm:pt modelId="{B80260A6-E5AD-4376-9C56-AFF62DE0F946}" type="pres">
      <dgm:prSet presAssocID="{0BF2306E-FC9A-4D0D-9CCD-EC78E8CF81C0}" presName="rootConnector3" presStyleLbl="asst1" presStyleIdx="0" presStyleCnt="3"/>
      <dgm:spPr/>
    </dgm:pt>
    <dgm:pt modelId="{24FF96F1-AFC4-4C80-9F04-B3932EE6DE54}" type="pres">
      <dgm:prSet presAssocID="{0BF2306E-FC9A-4D0D-9CCD-EC78E8CF81C0}" presName="hierChild6" presStyleCnt="0"/>
      <dgm:spPr/>
    </dgm:pt>
    <dgm:pt modelId="{6B2EE693-97E0-4A74-AA27-E8BAA39944BC}" type="pres">
      <dgm:prSet presAssocID="{0BF2306E-FC9A-4D0D-9CCD-EC78E8CF81C0}" presName="hierChild7" presStyleCnt="0"/>
      <dgm:spPr/>
    </dgm:pt>
    <dgm:pt modelId="{1CCEBA7A-B4AE-4797-BAFC-48588991F6EE}" type="pres">
      <dgm:prSet presAssocID="{7C04A18B-8965-4F14-B883-725318399C55}" presName="Name96" presStyleLbl="parChTrans1D2" presStyleIdx="1" presStyleCnt="2"/>
      <dgm:spPr/>
    </dgm:pt>
    <dgm:pt modelId="{7D69A6FF-3A1B-433E-988D-D2E34562AF7C}" type="pres">
      <dgm:prSet presAssocID="{ACDF4118-0DB9-4D1F-8AE4-66085C26B3BD}" presName="hierRoot3" presStyleCnt="0">
        <dgm:presLayoutVars>
          <dgm:hierBranch val="init"/>
        </dgm:presLayoutVars>
      </dgm:prSet>
      <dgm:spPr/>
    </dgm:pt>
    <dgm:pt modelId="{B9522298-8B09-4A62-83A8-8E0BBED0430D}" type="pres">
      <dgm:prSet presAssocID="{ACDF4118-0DB9-4D1F-8AE4-66085C26B3BD}" presName="rootComposite3" presStyleCnt="0"/>
      <dgm:spPr/>
    </dgm:pt>
    <dgm:pt modelId="{71A689E8-D044-421D-AE0C-1BF6034B8932}" type="pres">
      <dgm:prSet presAssocID="{ACDF4118-0DB9-4D1F-8AE4-66085C26B3BD}" presName="rootText3" presStyleLbl="asst1" presStyleIdx="1" presStyleCnt="3" custScaleX="136088">
        <dgm:presLayoutVars>
          <dgm:chPref val="3"/>
        </dgm:presLayoutVars>
      </dgm:prSet>
      <dgm:spPr/>
    </dgm:pt>
    <dgm:pt modelId="{C4D78919-2D5F-44A3-B350-42919C08BB68}" type="pres">
      <dgm:prSet presAssocID="{ACDF4118-0DB9-4D1F-8AE4-66085C26B3BD}" presName="titleText3" presStyleLbl="fgAcc2" presStyleIdx="1" presStyleCnt="3">
        <dgm:presLayoutVars>
          <dgm:chMax val="0"/>
          <dgm:chPref val="0"/>
        </dgm:presLayoutVars>
      </dgm:prSet>
      <dgm:spPr/>
    </dgm:pt>
    <dgm:pt modelId="{3226D2E2-2326-4DAE-B7C3-5B5E3948EA39}" type="pres">
      <dgm:prSet presAssocID="{ACDF4118-0DB9-4D1F-8AE4-66085C26B3BD}" presName="rootConnector3" presStyleLbl="asst1" presStyleIdx="1" presStyleCnt="3"/>
      <dgm:spPr/>
    </dgm:pt>
    <dgm:pt modelId="{943DFBFF-FE49-4696-B526-0E01DF2B8F7F}" type="pres">
      <dgm:prSet presAssocID="{ACDF4118-0DB9-4D1F-8AE4-66085C26B3BD}" presName="hierChild6" presStyleCnt="0"/>
      <dgm:spPr/>
    </dgm:pt>
    <dgm:pt modelId="{F4BB7CE2-D93F-4A32-AD77-548BD2C8C3ED}" type="pres">
      <dgm:prSet presAssocID="{6DD8BE3C-B2E2-47E0-811B-E8AB994BC328}" presName="Name37" presStyleLbl="parChTrans1D3" presStyleIdx="0" presStyleCnt="1"/>
      <dgm:spPr/>
    </dgm:pt>
    <dgm:pt modelId="{F51A3CF5-E12A-4F76-9FFC-279E512C9D02}" type="pres">
      <dgm:prSet presAssocID="{5D2BEC70-1859-4AC5-91F6-707434701199}" presName="hierRoot2" presStyleCnt="0">
        <dgm:presLayoutVars>
          <dgm:hierBranch val="init"/>
        </dgm:presLayoutVars>
      </dgm:prSet>
      <dgm:spPr/>
    </dgm:pt>
    <dgm:pt modelId="{F40C358C-1E5C-4EE4-83CB-FD9F411D8466}" type="pres">
      <dgm:prSet presAssocID="{5D2BEC70-1859-4AC5-91F6-707434701199}" presName="rootComposite" presStyleCnt="0"/>
      <dgm:spPr/>
    </dgm:pt>
    <dgm:pt modelId="{0D78D8D8-B35A-4014-BCA6-F98AFC7C5647}" type="pres">
      <dgm:prSet presAssocID="{5D2BEC70-1859-4AC5-91F6-707434701199}" presName="rootText" presStyleLbl="node1" presStyleIdx="0" presStyleCnt="1" custScaleX="136088">
        <dgm:presLayoutVars>
          <dgm:chMax/>
          <dgm:chPref val="3"/>
        </dgm:presLayoutVars>
      </dgm:prSet>
      <dgm:spPr/>
    </dgm:pt>
    <dgm:pt modelId="{A1CECD85-FE2D-46D7-94A8-AE475380378F}" type="pres">
      <dgm:prSet presAssocID="{5D2BEC70-1859-4AC5-91F6-707434701199}" presName="titleText2" presStyleLbl="fgAcc1" presStyleIdx="0" presStyleCnt="1">
        <dgm:presLayoutVars>
          <dgm:chMax val="0"/>
          <dgm:chPref val="0"/>
        </dgm:presLayoutVars>
      </dgm:prSet>
      <dgm:spPr/>
    </dgm:pt>
    <dgm:pt modelId="{13952728-B944-4523-8DC4-EFF8BA9045D8}" type="pres">
      <dgm:prSet presAssocID="{5D2BEC70-1859-4AC5-91F6-707434701199}" presName="rootConnector" presStyleLbl="node3" presStyleIdx="0" presStyleCnt="0"/>
      <dgm:spPr/>
    </dgm:pt>
    <dgm:pt modelId="{8DADB6E2-DCA0-4B92-910A-D28D9C59D716}" type="pres">
      <dgm:prSet presAssocID="{5D2BEC70-1859-4AC5-91F6-707434701199}" presName="hierChild4" presStyleCnt="0"/>
      <dgm:spPr/>
    </dgm:pt>
    <dgm:pt modelId="{6FD7365E-4403-4E01-85ED-0339B24F06E2}" type="pres">
      <dgm:prSet presAssocID="{5D2BEC70-1859-4AC5-91F6-707434701199}" presName="hierChild5" presStyleCnt="0"/>
      <dgm:spPr/>
    </dgm:pt>
    <dgm:pt modelId="{7045AEF4-18F0-41FA-8DA8-43903A54C7BD}" type="pres">
      <dgm:prSet presAssocID="{D8493EAC-9204-4492-ACE2-EA49B8F0909F}" presName="Name96" presStyleLbl="parChTrans1D4" presStyleIdx="0" presStyleCnt="1"/>
      <dgm:spPr/>
    </dgm:pt>
    <dgm:pt modelId="{21D36B4C-B109-453D-AD64-0813765B3A67}" type="pres">
      <dgm:prSet presAssocID="{B396EB67-8334-49D3-970F-82844FEB3185}" presName="hierRoot3" presStyleCnt="0">
        <dgm:presLayoutVars>
          <dgm:hierBranch val="init"/>
        </dgm:presLayoutVars>
      </dgm:prSet>
      <dgm:spPr/>
    </dgm:pt>
    <dgm:pt modelId="{61D0E172-C96A-455D-93DB-AE332CD22590}" type="pres">
      <dgm:prSet presAssocID="{B396EB67-8334-49D3-970F-82844FEB3185}" presName="rootComposite3" presStyleCnt="0"/>
      <dgm:spPr/>
    </dgm:pt>
    <dgm:pt modelId="{6C80D88D-EF1B-4EF2-9784-99958723B073}" type="pres">
      <dgm:prSet presAssocID="{B396EB67-8334-49D3-970F-82844FEB3185}" presName="rootText3" presStyleLbl="asst1" presStyleIdx="2" presStyleCnt="3" custScaleX="136088">
        <dgm:presLayoutVars>
          <dgm:chPref val="3"/>
        </dgm:presLayoutVars>
      </dgm:prSet>
      <dgm:spPr/>
    </dgm:pt>
    <dgm:pt modelId="{1DB6F5DB-5534-482A-933C-85F87E173FA9}" type="pres">
      <dgm:prSet presAssocID="{B396EB67-8334-49D3-970F-82844FEB3185}" presName="titleText3" presStyleLbl="fgAcc2" presStyleIdx="2" presStyleCnt="3">
        <dgm:presLayoutVars>
          <dgm:chMax val="0"/>
          <dgm:chPref val="0"/>
        </dgm:presLayoutVars>
      </dgm:prSet>
      <dgm:spPr/>
    </dgm:pt>
    <dgm:pt modelId="{6F530834-4A01-4251-BDE2-996B9AEAD636}" type="pres">
      <dgm:prSet presAssocID="{B396EB67-8334-49D3-970F-82844FEB3185}" presName="rootConnector3" presStyleLbl="asst3" presStyleIdx="0" presStyleCnt="0"/>
      <dgm:spPr/>
    </dgm:pt>
    <dgm:pt modelId="{29055B4C-D9C2-4FCC-A4A6-4F6F47EFB7CB}" type="pres">
      <dgm:prSet presAssocID="{B396EB67-8334-49D3-970F-82844FEB3185}" presName="hierChild6" presStyleCnt="0"/>
      <dgm:spPr/>
    </dgm:pt>
    <dgm:pt modelId="{76EF2990-D8F9-4DC7-88A6-E04B7D4654A4}" type="pres">
      <dgm:prSet presAssocID="{B396EB67-8334-49D3-970F-82844FEB3185}" presName="hierChild7" presStyleCnt="0"/>
      <dgm:spPr/>
    </dgm:pt>
    <dgm:pt modelId="{906466FC-8FF2-4661-B788-2D9A300DDEB8}" type="pres">
      <dgm:prSet presAssocID="{ACDF4118-0DB9-4D1F-8AE4-66085C26B3BD}" presName="hierChild7" presStyleCnt="0"/>
      <dgm:spPr/>
    </dgm:pt>
  </dgm:ptLst>
  <dgm:cxnLst>
    <dgm:cxn modelId="{B0CDED09-DA04-4892-8597-5560CC507F7B}" type="presOf" srcId="{5D2BEC70-1859-4AC5-91F6-707434701199}" destId="{13952728-B944-4523-8DC4-EFF8BA9045D8}" srcOrd="1" destOrd="0" presId="urn:microsoft.com/office/officeart/2008/layout/NameandTitleOrganizationalChart"/>
    <dgm:cxn modelId="{8384A623-2228-490E-990D-D78049E6A985}" type="presOf" srcId="{E32589DE-87BF-48E8-86E4-8346F5ACF0E0}" destId="{1DB6F5DB-5534-482A-933C-85F87E173FA9}" srcOrd="0" destOrd="0" presId="urn:microsoft.com/office/officeart/2008/layout/NameandTitleOrganizationalChart"/>
    <dgm:cxn modelId="{36561E28-6814-4DA0-8364-B63C772C65D1}" type="presOf" srcId="{3932E978-BDA0-40E4-B025-DC02EFFB8246}" destId="{C950246C-A51D-4734-BB8F-4BB23523AECC}" srcOrd="0" destOrd="0" presId="urn:microsoft.com/office/officeart/2008/layout/NameandTitleOrganizationalChart"/>
    <dgm:cxn modelId="{FEB5666A-B51F-4FAC-B915-AEF84449A7E8}" type="presOf" srcId="{7D86927E-4FC0-41B4-9AA3-18AA03F67EB3}" destId="{40C16F3D-3945-4020-B566-F15AFFFDDADD}" srcOrd="0" destOrd="0" presId="urn:microsoft.com/office/officeart/2008/layout/NameandTitleOrganizationalChart"/>
    <dgm:cxn modelId="{3BFF6650-53F2-453A-980E-B1B531735112}" type="presOf" srcId="{D8493EAC-9204-4492-ACE2-EA49B8F0909F}" destId="{7045AEF4-18F0-41FA-8DA8-43903A54C7BD}" srcOrd="0" destOrd="0" presId="urn:microsoft.com/office/officeart/2008/layout/NameandTitleOrganizationalChart"/>
    <dgm:cxn modelId="{11FD6252-3971-4D4C-B381-58E7C5D98081}" type="presOf" srcId="{B396EB67-8334-49D3-970F-82844FEB3185}" destId="{6C80D88D-EF1B-4EF2-9784-99958723B073}" srcOrd="0" destOrd="0" presId="urn:microsoft.com/office/officeart/2008/layout/NameandTitleOrganizationalChart"/>
    <dgm:cxn modelId="{157DCE52-BBCD-4C65-80CC-4C8F654578FD}" srcId="{E3589905-D0DB-44DB-9BD5-A7D20CE683B7}" destId="{ACDF4118-0DB9-4D1F-8AE4-66085C26B3BD}" srcOrd="1" destOrd="0" parTransId="{7C04A18B-8965-4F14-B883-725318399C55}" sibTransId="{5BF75417-9925-4AA8-8A84-142DFE36F702}"/>
    <dgm:cxn modelId="{8FA1B353-E502-4C8C-AD52-4790E4CD679B}" type="presOf" srcId="{6DD8BE3C-B2E2-47E0-811B-E8AB994BC328}" destId="{F4BB7CE2-D93F-4A32-AD77-548BD2C8C3ED}" srcOrd="0" destOrd="0" presId="urn:microsoft.com/office/officeart/2008/layout/NameandTitleOrganizationalChart"/>
    <dgm:cxn modelId="{6715F273-659B-4A97-8C5E-95721970CB1E}" srcId="{ACDF4118-0DB9-4D1F-8AE4-66085C26B3BD}" destId="{5D2BEC70-1859-4AC5-91F6-707434701199}" srcOrd="0" destOrd="0" parTransId="{6DD8BE3C-B2E2-47E0-811B-E8AB994BC328}" sibTransId="{7FFC5C39-12AC-4362-B282-B831184AC594}"/>
    <dgm:cxn modelId="{0AF43375-8BC2-4761-B7D3-9AD1D79FB38C}" type="presOf" srcId="{64DA62FE-6C54-44D7-895E-4B0EF2FFA7AA}" destId="{70A799E2-E202-481B-B40B-549D6ED253C2}" srcOrd="0" destOrd="0" presId="urn:microsoft.com/office/officeart/2008/layout/NameandTitleOrganizationalChart"/>
    <dgm:cxn modelId="{EB49E555-0CF8-429B-8DDA-1E160970004D}" type="presOf" srcId="{E3589905-D0DB-44DB-9BD5-A7D20CE683B7}" destId="{FF328C40-39FD-4F03-B9B7-45D37C705D9C}" srcOrd="1" destOrd="0" presId="urn:microsoft.com/office/officeart/2008/layout/NameandTitleOrganizationalChart"/>
    <dgm:cxn modelId="{26F8EC75-FBF4-4049-9FB8-F99A211A3E5D}" type="presOf" srcId="{5D2BEC70-1859-4AC5-91F6-707434701199}" destId="{0D78D8D8-B35A-4014-BCA6-F98AFC7C5647}" srcOrd="0" destOrd="0" presId="urn:microsoft.com/office/officeart/2008/layout/NameandTitleOrganizationalChart"/>
    <dgm:cxn modelId="{5E2CE459-76B3-4484-BCA7-85E0A9D85E3F}" type="presOf" srcId="{7C04A18B-8965-4F14-B883-725318399C55}" destId="{1CCEBA7A-B4AE-4797-BAFC-48588991F6EE}" srcOrd="0" destOrd="0" presId="urn:microsoft.com/office/officeart/2008/layout/NameandTitleOrganizationalChart"/>
    <dgm:cxn modelId="{BD333A5A-CE50-49A6-9042-ECCD7FD0D276}" type="presOf" srcId="{F1288037-6B64-4856-AB18-C73F8A599BE5}" destId="{0D4E915C-A4BB-4B0D-BD24-85C65F3A6DD3}" srcOrd="0" destOrd="0" presId="urn:microsoft.com/office/officeart/2008/layout/NameandTitleOrganizationalChart"/>
    <dgm:cxn modelId="{51018186-484A-4B3F-9B30-E76ECC40C318}" type="presOf" srcId="{E3589905-D0DB-44DB-9BD5-A7D20CE683B7}" destId="{4380DF32-C380-4AA2-B32E-8F7851D2A4FD}" srcOrd="0" destOrd="0" presId="urn:microsoft.com/office/officeart/2008/layout/NameandTitleOrganizationalChart"/>
    <dgm:cxn modelId="{3FDCBD91-8AA6-42C3-BBA9-62EB3A7DBAD3}" type="presOf" srcId="{7FFC5C39-12AC-4362-B282-B831184AC594}" destId="{A1CECD85-FE2D-46D7-94A8-AE475380378F}" srcOrd="0" destOrd="0" presId="urn:microsoft.com/office/officeart/2008/layout/NameandTitleOrganizationalChart"/>
    <dgm:cxn modelId="{62AECAC0-1EAD-4FFE-BCF5-0B6C080F4852}" type="presOf" srcId="{ACDF4118-0DB9-4D1F-8AE4-66085C26B3BD}" destId="{3226D2E2-2326-4DAE-B7C3-5B5E3948EA39}" srcOrd="1" destOrd="0" presId="urn:microsoft.com/office/officeart/2008/layout/NameandTitleOrganizationalChart"/>
    <dgm:cxn modelId="{F11E74C1-02A1-4522-92CA-D8359364309D}" srcId="{E3589905-D0DB-44DB-9BD5-A7D20CE683B7}" destId="{0BF2306E-FC9A-4D0D-9CCD-EC78E8CF81C0}" srcOrd="0" destOrd="0" parTransId="{F1288037-6B64-4856-AB18-C73F8A599BE5}" sibTransId="{64DA62FE-6C54-44D7-895E-4B0EF2FFA7AA}"/>
    <dgm:cxn modelId="{D1B4BCCF-9F47-4DC9-A346-D0E36F7F46DF}" type="presOf" srcId="{5BF75417-9925-4AA8-8A84-142DFE36F702}" destId="{C4D78919-2D5F-44A3-B350-42919C08BB68}" srcOrd="0" destOrd="0" presId="urn:microsoft.com/office/officeart/2008/layout/NameandTitleOrganizationalChart"/>
    <dgm:cxn modelId="{A40916E5-7536-436A-A779-15D0D41BEC98}" srcId="{3932E978-BDA0-40E4-B025-DC02EFFB8246}" destId="{E3589905-D0DB-44DB-9BD5-A7D20CE683B7}" srcOrd="0" destOrd="0" parTransId="{22CE939D-BDDC-453F-A734-4E33E0B159C4}" sibTransId="{7D86927E-4FC0-41B4-9AA3-18AA03F67EB3}"/>
    <dgm:cxn modelId="{D62EAEE9-D3D7-4D3B-BFEF-CDAC56BE7B1B}" type="presOf" srcId="{ACDF4118-0DB9-4D1F-8AE4-66085C26B3BD}" destId="{71A689E8-D044-421D-AE0C-1BF6034B8932}" srcOrd="0" destOrd="0" presId="urn:microsoft.com/office/officeart/2008/layout/NameandTitleOrganizationalChart"/>
    <dgm:cxn modelId="{EA7100EC-9DA3-4377-95F9-A0DC5329B066}" type="presOf" srcId="{0BF2306E-FC9A-4D0D-9CCD-EC78E8CF81C0}" destId="{D2BF35FB-B25A-4120-91DF-D7D4573292A1}" srcOrd="0" destOrd="0" presId="urn:microsoft.com/office/officeart/2008/layout/NameandTitleOrganizationalChart"/>
    <dgm:cxn modelId="{2996CDF0-1B56-4C59-A3E7-1948FC4FD29E}" srcId="{5D2BEC70-1859-4AC5-91F6-707434701199}" destId="{B396EB67-8334-49D3-970F-82844FEB3185}" srcOrd="0" destOrd="0" parTransId="{D8493EAC-9204-4492-ACE2-EA49B8F0909F}" sibTransId="{E32589DE-87BF-48E8-86E4-8346F5ACF0E0}"/>
    <dgm:cxn modelId="{044F96FB-1EAC-463E-859B-8B315C3250B5}" type="presOf" srcId="{B396EB67-8334-49D3-970F-82844FEB3185}" destId="{6F530834-4A01-4251-BDE2-996B9AEAD636}" srcOrd="1" destOrd="0" presId="urn:microsoft.com/office/officeart/2008/layout/NameandTitleOrganizationalChart"/>
    <dgm:cxn modelId="{6CB666FC-5448-4857-BA43-9AE974116250}" type="presOf" srcId="{0BF2306E-FC9A-4D0D-9CCD-EC78E8CF81C0}" destId="{B80260A6-E5AD-4376-9C56-AFF62DE0F946}" srcOrd="1" destOrd="0" presId="urn:microsoft.com/office/officeart/2008/layout/NameandTitleOrganizationalChart"/>
    <dgm:cxn modelId="{6A50B1A5-E497-46A7-8177-899B29A5AAA0}" type="presParOf" srcId="{C950246C-A51D-4734-BB8F-4BB23523AECC}" destId="{8F245A3B-B9BA-46D6-BA68-36189B83C4C4}" srcOrd="0" destOrd="0" presId="urn:microsoft.com/office/officeart/2008/layout/NameandTitleOrganizationalChart"/>
    <dgm:cxn modelId="{237FE576-FE63-4D7B-9001-B20C836F482B}" type="presParOf" srcId="{8F245A3B-B9BA-46D6-BA68-36189B83C4C4}" destId="{6F953EB1-6455-4D8F-93C1-6A98CFCA83DD}" srcOrd="0" destOrd="0" presId="urn:microsoft.com/office/officeart/2008/layout/NameandTitleOrganizationalChart"/>
    <dgm:cxn modelId="{4B1D4351-A760-4C08-838D-A49A2B2FA544}" type="presParOf" srcId="{6F953EB1-6455-4D8F-93C1-6A98CFCA83DD}" destId="{4380DF32-C380-4AA2-B32E-8F7851D2A4FD}" srcOrd="0" destOrd="0" presId="urn:microsoft.com/office/officeart/2008/layout/NameandTitleOrganizationalChart"/>
    <dgm:cxn modelId="{9EA53212-97FC-41B3-96C1-805192F5832B}" type="presParOf" srcId="{6F953EB1-6455-4D8F-93C1-6A98CFCA83DD}" destId="{40C16F3D-3945-4020-B566-F15AFFFDDADD}" srcOrd="1" destOrd="0" presId="urn:microsoft.com/office/officeart/2008/layout/NameandTitleOrganizationalChart"/>
    <dgm:cxn modelId="{8C5D5E3B-B512-41EF-858C-9E8E4E66F7D8}" type="presParOf" srcId="{6F953EB1-6455-4D8F-93C1-6A98CFCA83DD}" destId="{FF328C40-39FD-4F03-B9B7-45D37C705D9C}" srcOrd="2" destOrd="0" presId="urn:microsoft.com/office/officeart/2008/layout/NameandTitleOrganizationalChart"/>
    <dgm:cxn modelId="{04BC1B98-86F2-46BB-B161-EABA56AE58B8}" type="presParOf" srcId="{8F245A3B-B9BA-46D6-BA68-36189B83C4C4}" destId="{4F551BF6-262F-4FCF-8934-5A6C2BED4942}" srcOrd="1" destOrd="0" presId="urn:microsoft.com/office/officeart/2008/layout/NameandTitleOrganizationalChart"/>
    <dgm:cxn modelId="{E0792D71-77EA-4031-B006-31F69B3B4942}" type="presParOf" srcId="{8F245A3B-B9BA-46D6-BA68-36189B83C4C4}" destId="{0592FA88-B9E2-45D9-B0D9-123B0F4F1A76}" srcOrd="2" destOrd="0" presId="urn:microsoft.com/office/officeart/2008/layout/NameandTitleOrganizationalChart"/>
    <dgm:cxn modelId="{3493C99F-D7E9-40A3-AB14-7F7C896C51BE}" type="presParOf" srcId="{0592FA88-B9E2-45D9-B0D9-123B0F4F1A76}" destId="{0D4E915C-A4BB-4B0D-BD24-85C65F3A6DD3}" srcOrd="0" destOrd="0" presId="urn:microsoft.com/office/officeart/2008/layout/NameandTitleOrganizationalChart"/>
    <dgm:cxn modelId="{AE25B063-1249-47BA-BD90-29A3C7EF8DA9}" type="presParOf" srcId="{0592FA88-B9E2-45D9-B0D9-123B0F4F1A76}" destId="{4EE63D47-0143-480A-8557-F9FAAF1B3859}" srcOrd="1" destOrd="0" presId="urn:microsoft.com/office/officeart/2008/layout/NameandTitleOrganizationalChart"/>
    <dgm:cxn modelId="{869E88D0-0729-4D2F-8A34-52D01919940D}" type="presParOf" srcId="{4EE63D47-0143-480A-8557-F9FAAF1B3859}" destId="{E4E8594F-96C3-4E34-BDD3-C78B2CB9AAD0}" srcOrd="0" destOrd="0" presId="urn:microsoft.com/office/officeart/2008/layout/NameandTitleOrganizationalChart"/>
    <dgm:cxn modelId="{CD9BB3F2-C6E6-4751-8B5B-514B1A8DF772}" type="presParOf" srcId="{E4E8594F-96C3-4E34-BDD3-C78B2CB9AAD0}" destId="{D2BF35FB-B25A-4120-91DF-D7D4573292A1}" srcOrd="0" destOrd="0" presId="urn:microsoft.com/office/officeart/2008/layout/NameandTitleOrganizationalChart"/>
    <dgm:cxn modelId="{CC509FE7-7F74-42B2-A6B4-C52F374D2F8D}" type="presParOf" srcId="{E4E8594F-96C3-4E34-BDD3-C78B2CB9AAD0}" destId="{70A799E2-E202-481B-B40B-549D6ED253C2}" srcOrd="1" destOrd="0" presId="urn:microsoft.com/office/officeart/2008/layout/NameandTitleOrganizationalChart"/>
    <dgm:cxn modelId="{9B1DC929-81CB-4A6F-A028-8E813381286B}" type="presParOf" srcId="{E4E8594F-96C3-4E34-BDD3-C78B2CB9AAD0}" destId="{B80260A6-E5AD-4376-9C56-AFF62DE0F946}" srcOrd="2" destOrd="0" presId="urn:microsoft.com/office/officeart/2008/layout/NameandTitleOrganizationalChart"/>
    <dgm:cxn modelId="{A1405A0E-8060-4070-B6A4-41427324E2DF}" type="presParOf" srcId="{4EE63D47-0143-480A-8557-F9FAAF1B3859}" destId="{24FF96F1-AFC4-4C80-9F04-B3932EE6DE54}" srcOrd="1" destOrd="0" presId="urn:microsoft.com/office/officeart/2008/layout/NameandTitleOrganizationalChart"/>
    <dgm:cxn modelId="{10225C8A-D0AA-4125-9220-3FA0B11CA75E}" type="presParOf" srcId="{4EE63D47-0143-480A-8557-F9FAAF1B3859}" destId="{6B2EE693-97E0-4A74-AA27-E8BAA39944BC}" srcOrd="2" destOrd="0" presId="urn:microsoft.com/office/officeart/2008/layout/NameandTitleOrganizationalChart"/>
    <dgm:cxn modelId="{2F837CE0-0919-48AA-995F-ACC6C14F62E7}" type="presParOf" srcId="{0592FA88-B9E2-45D9-B0D9-123B0F4F1A76}" destId="{1CCEBA7A-B4AE-4797-BAFC-48588991F6EE}" srcOrd="2" destOrd="0" presId="urn:microsoft.com/office/officeart/2008/layout/NameandTitleOrganizationalChart"/>
    <dgm:cxn modelId="{E3D40BBF-9CA5-4DEE-8749-BA07483EEFFF}" type="presParOf" srcId="{0592FA88-B9E2-45D9-B0D9-123B0F4F1A76}" destId="{7D69A6FF-3A1B-433E-988D-D2E34562AF7C}" srcOrd="3" destOrd="0" presId="urn:microsoft.com/office/officeart/2008/layout/NameandTitleOrganizationalChart"/>
    <dgm:cxn modelId="{DB9D3B96-7163-49B7-9A4C-E5137BF6F657}" type="presParOf" srcId="{7D69A6FF-3A1B-433E-988D-D2E34562AF7C}" destId="{B9522298-8B09-4A62-83A8-8E0BBED0430D}" srcOrd="0" destOrd="0" presId="urn:microsoft.com/office/officeart/2008/layout/NameandTitleOrganizationalChart"/>
    <dgm:cxn modelId="{1A002FB0-1396-43C2-9118-1A3A6ED95C00}" type="presParOf" srcId="{B9522298-8B09-4A62-83A8-8E0BBED0430D}" destId="{71A689E8-D044-421D-AE0C-1BF6034B8932}" srcOrd="0" destOrd="0" presId="urn:microsoft.com/office/officeart/2008/layout/NameandTitleOrganizationalChart"/>
    <dgm:cxn modelId="{E6F38A29-7AE1-45FF-B49E-3AF2FA488AAE}" type="presParOf" srcId="{B9522298-8B09-4A62-83A8-8E0BBED0430D}" destId="{C4D78919-2D5F-44A3-B350-42919C08BB68}" srcOrd="1" destOrd="0" presId="urn:microsoft.com/office/officeart/2008/layout/NameandTitleOrganizationalChart"/>
    <dgm:cxn modelId="{7119BC06-BDA7-428A-8737-0B9CFB5F4E39}" type="presParOf" srcId="{B9522298-8B09-4A62-83A8-8E0BBED0430D}" destId="{3226D2E2-2326-4DAE-B7C3-5B5E3948EA39}" srcOrd="2" destOrd="0" presId="urn:microsoft.com/office/officeart/2008/layout/NameandTitleOrganizationalChart"/>
    <dgm:cxn modelId="{31B327A9-F3E0-4393-902F-3C40DFBAAD92}" type="presParOf" srcId="{7D69A6FF-3A1B-433E-988D-D2E34562AF7C}" destId="{943DFBFF-FE49-4696-B526-0E01DF2B8F7F}" srcOrd="1" destOrd="0" presId="urn:microsoft.com/office/officeart/2008/layout/NameandTitleOrganizationalChart"/>
    <dgm:cxn modelId="{E79D2709-A0D1-4EB4-807C-D9D1AB9CA15D}" type="presParOf" srcId="{943DFBFF-FE49-4696-B526-0E01DF2B8F7F}" destId="{F4BB7CE2-D93F-4A32-AD77-548BD2C8C3ED}" srcOrd="0" destOrd="0" presId="urn:microsoft.com/office/officeart/2008/layout/NameandTitleOrganizationalChart"/>
    <dgm:cxn modelId="{0585611A-C9C5-42A3-8FA2-F68C1D2D72E3}" type="presParOf" srcId="{943DFBFF-FE49-4696-B526-0E01DF2B8F7F}" destId="{F51A3CF5-E12A-4F76-9FFC-279E512C9D02}" srcOrd="1" destOrd="0" presId="urn:microsoft.com/office/officeart/2008/layout/NameandTitleOrganizationalChart"/>
    <dgm:cxn modelId="{A81D7769-0843-4D7A-9A34-FDEDD1DC15D7}" type="presParOf" srcId="{F51A3CF5-E12A-4F76-9FFC-279E512C9D02}" destId="{F40C358C-1E5C-4EE4-83CB-FD9F411D8466}" srcOrd="0" destOrd="0" presId="urn:microsoft.com/office/officeart/2008/layout/NameandTitleOrganizationalChart"/>
    <dgm:cxn modelId="{B2B07911-5BB2-432C-B0FE-4B94275E876F}" type="presParOf" srcId="{F40C358C-1E5C-4EE4-83CB-FD9F411D8466}" destId="{0D78D8D8-B35A-4014-BCA6-F98AFC7C5647}" srcOrd="0" destOrd="0" presId="urn:microsoft.com/office/officeart/2008/layout/NameandTitleOrganizationalChart"/>
    <dgm:cxn modelId="{F55755C1-D779-4092-87E1-912C2B739ED8}" type="presParOf" srcId="{F40C358C-1E5C-4EE4-83CB-FD9F411D8466}" destId="{A1CECD85-FE2D-46D7-94A8-AE475380378F}" srcOrd="1" destOrd="0" presId="urn:microsoft.com/office/officeart/2008/layout/NameandTitleOrganizationalChart"/>
    <dgm:cxn modelId="{E62DBDF1-66CB-48BE-85A7-7A67CECBDD1A}" type="presParOf" srcId="{F40C358C-1E5C-4EE4-83CB-FD9F411D8466}" destId="{13952728-B944-4523-8DC4-EFF8BA9045D8}" srcOrd="2" destOrd="0" presId="urn:microsoft.com/office/officeart/2008/layout/NameandTitleOrganizationalChart"/>
    <dgm:cxn modelId="{ADC8EB85-E074-4326-AEA7-AB2577A1D438}" type="presParOf" srcId="{F51A3CF5-E12A-4F76-9FFC-279E512C9D02}" destId="{8DADB6E2-DCA0-4B92-910A-D28D9C59D716}" srcOrd="1" destOrd="0" presId="urn:microsoft.com/office/officeart/2008/layout/NameandTitleOrganizationalChart"/>
    <dgm:cxn modelId="{C4864B34-0BD1-422A-BBBA-4F89FD80E98F}" type="presParOf" srcId="{F51A3CF5-E12A-4F76-9FFC-279E512C9D02}" destId="{6FD7365E-4403-4E01-85ED-0339B24F06E2}" srcOrd="2" destOrd="0" presId="urn:microsoft.com/office/officeart/2008/layout/NameandTitleOrganizationalChart"/>
    <dgm:cxn modelId="{1772054A-B563-4882-AAF6-18C4F83F448F}" type="presParOf" srcId="{6FD7365E-4403-4E01-85ED-0339B24F06E2}" destId="{7045AEF4-18F0-41FA-8DA8-43903A54C7BD}" srcOrd="0" destOrd="0" presId="urn:microsoft.com/office/officeart/2008/layout/NameandTitleOrganizationalChart"/>
    <dgm:cxn modelId="{6491BA4F-2422-462E-AD0C-E9F69702B3A0}" type="presParOf" srcId="{6FD7365E-4403-4E01-85ED-0339B24F06E2}" destId="{21D36B4C-B109-453D-AD64-0813765B3A67}" srcOrd="1" destOrd="0" presId="urn:microsoft.com/office/officeart/2008/layout/NameandTitleOrganizationalChart"/>
    <dgm:cxn modelId="{C7B851EE-E0D5-4739-9252-6EDE9939AE82}" type="presParOf" srcId="{21D36B4C-B109-453D-AD64-0813765B3A67}" destId="{61D0E172-C96A-455D-93DB-AE332CD22590}" srcOrd="0" destOrd="0" presId="urn:microsoft.com/office/officeart/2008/layout/NameandTitleOrganizationalChart"/>
    <dgm:cxn modelId="{FCC14BCB-B830-45C9-970E-C81E179E1A72}" type="presParOf" srcId="{61D0E172-C96A-455D-93DB-AE332CD22590}" destId="{6C80D88D-EF1B-4EF2-9784-99958723B073}" srcOrd="0" destOrd="0" presId="urn:microsoft.com/office/officeart/2008/layout/NameandTitleOrganizationalChart"/>
    <dgm:cxn modelId="{269347A9-30B3-4954-81CE-88A1C91A01EA}" type="presParOf" srcId="{61D0E172-C96A-455D-93DB-AE332CD22590}" destId="{1DB6F5DB-5534-482A-933C-85F87E173FA9}" srcOrd="1" destOrd="0" presId="urn:microsoft.com/office/officeart/2008/layout/NameandTitleOrganizationalChart"/>
    <dgm:cxn modelId="{5C441B8D-8329-4275-A401-E604C9B75058}" type="presParOf" srcId="{61D0E172-C96A-455D-93DB-AE332CD22590}" destId="{6F530834-4A01-4251-BDE2-996B9AEAD636}" srcOrd="2" destOrd="0" presId="urn:microsoft.com/office/officeart/2008/layout/NameandTitleOrganizationalChart"/>
    <dgm:cxn modelId="{DDD55779-8077-470A-8824-E18723314036}" type="presParOf" srcId="{21D36B4C-B109-453D-AD64-0813765B3A67}" destId="{29055B4C-D9C2-4FCC-A4A6-4F6F47EFB7CB}" srcOrd="1" destOrd="0" presId="urn:microsoft.com/office/officeart/2008/layout/NameandTitleOrganizationalChart"/>
    <dgm:cxn modelId="{7B1BF7B7-F22D-4227-BEFE-91249E2DB624}" type="presParOf" srcId="{21D36B4C-B109-453D-AD64-0813765B3A67}" destId="{76EF2990-D8F9-4DC7-88A6-E04B7D4654A4}" srcOrd="2" destOrd="0" presId="urn:microsoft.com/office/officeart/2008/layout/NameandTitleOrganizationalChart"/>
    <dgm:cxn modelId="{49D0E0ED-65E8-4C88-9E68-9A3FBBCC4812}" type="presParOf" srcId="{7D69A6FF-3A1B-433E-988D-D2E34562AF7C}" destId="{906466FC-8FF2-4661-B788-2D9A300DDEB8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04FD1FB-7BBE-4DE1-AB4F-C922A7F2C121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7A0F367-6FFF-4484-B701-84668DDAEAC4}">
      <dgm:prSet phldrT="[Текст]" custT="1"/>
      <dgm:spPr/>
      <dgm:t>
        <a:bodyPr/>
        <a:lstStyle/>
        <a:p>
          <a:r>
            <a:rPr lang="en-US" sz="4000" dirty="0">
              <a:latin typeface="Bahnschrift SemiBold" panose="020B0502040204020203" pitchFamily="34" charset="0"/>
            </a:rPr>
            <a:t>level2</a:t>
          </a:r>
          <a:endParaRPr lang="ru-RU" sz="4000" dirty="0">
            <a:latin typeface="Bahnschrift SemiBold" panose="020B0502040204020203" pitchFamily="34" charset="0"/>
          </a:endParaRPr>
        </a:p>
      </dgm:t>
    </dgm:pt>
    <dgm:pt modelId="{8C8789EA-51CF-448A-9BB4-C501FCF0FBA0}" type="parTrans" cxnId="{D1D2D218-F194-466A-9A2C-E7BEFAC480F1}">
      <dgm:prSet/>
      <dgm:spPr/>
      <dgm:t>
        <a:bodyPr/>
        <a:lstStyle/>
        <a:p>
          <a:endParaRPr lang="ru-RU" sz="4000">
            <a:latin typeface="Bahnschrift SemiBold" panose="020B0502040204020203" pitchFamily="34" charset="0"/>
          </a:endParaRPr>
        </a:p>
      </dgm:t>
    </dgm:pt>
    <dgm:pt modelId="{B851308A-9EE0-4334-8208-8BD3B98ADD82}" type="sibTrans" cxnId="{D1D2D218-F194-466A-9A2C-E7BEFAC480F1}">
      <dgm:prSet/>
      <dgm:spPr/>
      <dgm:t>
        <a:bodyPr/>
        <a:lstStyle/>
        <a:p>
          <a:endParaRPr lang="ru-RU" sz="4000">
            <a:latin typeface="Bahnschrift SemiBold" panose="020B0502040204020203" pitchFamily="34" charset="0"/>
          </a:endParaRPr>
        </a:p>
      </dgm:t>
    </dgm:pt>
    <dgm:pt modelId="{11E5B2BC-EE58-4B4A-B1B1-0803E65A6CB0}">
      <dgm:prSet phldrT="[Текст]" custT="1"/>
      <dgm:spPr/>
      <dgm:t>
        <a:bodyPr/>
        <a:lstStyle/>
        <a:p>
          <a:r>
            <a:rPr lang="en-US" sz="4000" dirty="0">
              <a:latin typeface="Bahnschrift SemiBold" panose="020B0502040204020203" pitchFamily="34" charset="0"/>
            </a:rPr>
            <a:t>level3</a:t>
          </a:r>
          <a:endParaRPr lang="ru-RU" sz="4000" dirty="0">
            <a:latin typeface="Bahnschrift SemiBold" panose="020B0502040204020203" pitchFamily="34" charset="0"/>
          </a:endParaRPr>
        </a:p>
      </dgm:t>
    </dgm:pt>
    <dgm:pt modelId="{11940F75-E938-4725-9E2E-4347D10AB629}" type="parTrans" cxnId="{39911BDB-8425-46BA-BFE6-391334ED852A}">
      <dgm:prSet/>
      <dgm:spPr/>
      <dgm:t>
        <a:bodyPr/>
        <a:lstStyle/>
        <a:p>
          <a:endParaRPr lang="ru-RU" sz="4000">
            <a:latin typeface="Bahnschrift SemiBold" panose="020B0502040204020203" pitchFamily="34" charset="0"/>
          </a:endParaRPr>
        </a:p>
      </dgm:t>
    </dgm:pt>
    <dgm:pt modelId="{96FAE126-15D8-4AD0-8470-DB09E36F5882}" type="sibTrans" cxnId="{39911BDB-8425-46BA-BFE6-391334ED852A}">
      <dgm:prSet/>
      <dgm:spPr/>
      <dgm:t>
        <a:bodyPr/>
        <a:lstStyle/>
        <a:p>
          <a:endParaRPr lang="ru-RU" sz="4000">
            <a:latin typeface="Bahnschrift SemiBold" panose="020B0502040204020203" pitchFamily="34" charset="0"/>
          </a:endParaRPr>
        </a:p>
      </dgm:t>
    </dgm:pt>
    <dgm:pt modelId="{A071BA0F-C70B-4710-9229-786CAA1D8DB2}">
      <dgm:prSet phldrT="[Текст]" custT="1"/>
      <dgm:spPr/>
      <dgm:t>
        <a:bodyPr/>
        <a:lstStyle/>
        <a:p>
          <a:r>
            <a:rPr lang="en-US" sz="4000" dirty="0">
              <a:latin typeface="Bahnschrift SemiBold" panose="020B0502040204020203" pitchFamily="34" charset="0"/>
            </a:rPr>
            <a:t>level4</a:t>
          </a:r>
          <a:endParaRPr lang="ru-RU" sz="4000" dirty="0">
            <a:latin typeface="Bahnschrift SemiBold" panose="020B0502040204020203" pitchFamily="34" charset="0"/>
          </a:endParaRPr>
        </a:p>
      </dgm:t>
    </dgm:pt>
    <dgm:pt modelId="{105F8F9B-E517-4F9E-8C41-66754C96114D}" type="parTrans" cxnId="{345D4B27-AD1C-40CB-BF58-B2134F1CE6AF}">
      <dgm:prSet/>
      <dgm:spPr/>
      <dgm:t>
        <a:bodyPr/>
        <a:lstStyle/>
        <a:p>
          <a:endParaRPr lang="ru-RU" sz="4000">
            <a:latin typeface="Bahnschrift SemiBold" panose="020B0502040204020203" pitchFamily="34" charset="0"/>
          </a:endParaRPr>
        </a:p>
      </dgm:t>
    </dgm:pt>
    <dgm:pt modelId="{92BCB00A-371E-4D90-BD53-F7A4AE3437B6}" type="sibTrans" cxnId="{345D4B27-AD1C-40CB-BF58-B2134F1CE6AF}">
      <dgm:prSet/>
      <dgm:spPr/>
      <dgm:t>
        <a:bodyPr/>
        <a:lstStyle/>
        <a:p>
          <a:endParaRPr lang="ru-RU" sz="4000">
            <a:latin typeface="Bahnschrift SemiBold" panose="020B0502040204020203" pitchFamily="34" charset="0"/>
          </a:endParaRPr>
        </a:p>
      </dgm:t>
    </dgm:pt>
    <dgm:pt modelId="{B947B848-524B-4986-918C-E76AE213458F}">
      <dgm:prSet phldrT="[Текст]" custT="1"/>
      <dgm:spPr/>
      <dgm:t>
        <a:bodyPr/>
        <a:lstStyle/>
        <a:p>
          <a:r>
            <a:rPr lang="en-US" sz="4000" dirty="0">
              <a:latin typeface="Bahnschrift SemiBold" panose="020B0502040204020203" pitchFamily="34" charset="0"/>
            </a:rPr>
            <a:t>level5</a:t>
          </a:r>
          <a:endParaRPr lang="ru-RU" sz="4000" dirty="0">
            <a:latin typeface="Bahnschrift SemiBold" panose="020B0502040204020203" pitchFamily="34" charset="0"/>
          </a:endParaRPr>
        </a:p>
      </dgm:t>
    </dgm:pt>
    <dgm:pt modelId="{5C33DAEA-ADBC-4AFF-B37A-96CF819B2385}" type="parTrans" cxnId="{A58D4329-4DF4-4394-8E28-CB17952327EF}">
      <dgm:prSet/>
      <dgm:spPr/>
      <dgm:t>
        <a:bodyPr/>
        <a:lstStyle/>
        <a:p>
          <a:endParaRPr lang="ru-RU" sz="4000">
            <a:latin typeface="Bahnschrift SemiBold" panose="020B0502040204020203" pitchFamily="34" charset="0"/>
          </a:endParaRPr>
        </a:p>
      </dgm:t>
    </dgm:pt>
    <dgm:pt modelId="{E41D1B17-E330-4FCF-9B54-286D392C70FC}" type="sibTrans" cxnId="{A58D4329-4DF4-4394-8E28-CB17952327EF}">
      <dgm:prSet/>
      <dgm:spPr/>
      <dgm:t>
        <a:bodyPr/>
        <a:lstStyle/>
        <a:p>
          <a:endParaRPr lang="ru-RU" sz="4000">
            <a:latin typeface="Bahnschrift SemiBold" panose="020B0502040204020203" pitchFamily="34" charset="0"/>
          </a:endParaRPr>
        </a:p>
      </dgm:t>
    </dgm:pt>
    <dgm:pt modelId="{E86824B2-B79E-491D-94AC-40F3BB931E06}">
      <dgm:prSet phldrT="[Текст]" custT="1"/>
      <dgm:spPr/>
      <dgm:t>
        <a:bodyPr/>
        <a:lstStyle/>
        <a:p>
          <a:r>
            <a:rPr lang="en-US" sz="4000" dirty="0">
              <a:latin typeface="Bahnschrift SemiBold" panose="020B0502040204020203" pitchFamily="34" charset="0"/>
            </a:rPr>
            <a:t>level1</a:t>
          </a:r>
          <a:endParaRPr lang="ru-RU" sz="4000" dirty="0">
            <a:latin typeface="Bahnschrift SemiBold" panose="020B0502040204020203" pitchFamily="34" charset="0"/>
          </a:endParaRPr>
        </a:p>
      </dgm:t>
    </dgm:pt>
    <dgm:pt modelId="{48BCF2A5-1ED7-45DC-8F38-62D980BD13D5}" type="parTrans" cxnId="{19D422F0-994A-4B12-86D5-B76EE9F1BE47}">
      <dgm:prSet/>
      <dgm:spPr/>
      <dgm:t>
        <a:bodyPr/>
        <a:lstStyle/>
        <a:p>
          <a:endParaRPr lang="ru-RU" sz="4000"/>
        </a:p>
      </dgm:t>
    </dgm:pt>
    <dgm:pt modelId="{F9E11468-8F47-4755-8E6F-0C795B6E0D62}" type="sibTrans" cxnId="{19D422F0-994A-4B12-86D5-B76EE9F1BE47}">
      <dgm:prSet/>
      <dgm:spPr/>
      <dgm:t>
        <a:bodyPr/>
        <a:lstStyle/>
        <a:p>
          <a:endParaRPr lang="ru-RU" sz="4000"/>
        </a:p>
      </dgm:t>
    </dgm:pt>
    <dgm:pt modelId="{75A87954-1AE6-4875-987A-BB3835050C42}">
      <dgm:prSet phldrT="[Текст]" custT="1"/>
      <dgm:spPr/>
      <dgm:t>
        <a:bodyPr/>
        <a:lstStyle/>
        <a:p>
          <a:r>
            <a:rPr lang="en-US" sz="4000" dirty="0">
              <a:latin typeface="Bahnschrift SemiBold" panose="020B0502040204020203" pitchFamily="34" charset="0"/>
            </a:rPr>
            <a:t>menu</a:t>
          </a:r>
          <a:endParaRPr lang="ru-RU" sz="4000" dirty="0">
            <a:latin typeface="Bahnschrift SemiBold" panose="020B0502040204020203" pitchFamily="34" charset="0"/>
          </a:endParaRPr>
        </a:p>
      </dgm:t>
    </dgm:pt>
    <dgm:pt modelId="{36411DEF-9A3E-4434-BB0F-F25AB270626C}" type="parTrans" cxnId="{42EF99CA-EA2C-4709-B30B-0A47674F133A}">
      <dgm:prSet/>
      <dgm:spPr/>
      <dgm:t>
        <a:bodyPr/>
        <a:lstStyle/>
        <a:p>
          <a:endParaRPr lang="ru-RU" sz="4000"/>
        </a:p>
      </dgm:t>
    </dgm:pt>
    <dgm:pt modelId="{1E254E3A-79EA-4737-9F3C-52651BF6FA22}" type="sibTrans" cxnId="{42EF99CA-EA2C-4709-B30B-0A47674F133A}">
      <dgm:prSet/>
      <dgm:spPr/>
      <dgm:t>
        <a:bodyPr/>
        <a:lstStyle/>
        <a:p>
          <a:endParaRPr lang="ru-RU" sz="4000"/>
        </a:p>
      </dgm:t>
    </dgm:pt>
    <dgm:pt modelId="{64E82AA3-8DB0-4A87-AC5B-9CDFBEF73005}" type="pres">
      <dgm:prSet presAssocID="{D04FD1FB-7BBE-4DE1-AB4F-C922A7F2C121}" presName="Name0" presStyleCnt="0">
        <dgm:presLayoutVars>
          <dgm:dir/>
          <dgm:resizeHandles val="exact"/>
        </dgm:presLayoutVars>
      </dgm:prSet>
      <dgm:spPr/>
    </dgm:pt>
    <dgm:pt modelId="{121BD693-5992-44D1-A20C-FC1D3EDBF913}" type="pres">
      <dgm:prSet presAssocID="{75A87954-1AE6-4875-987A-BB3835050C42}" presName="compNode" presStyleCnt="0"/>
      <dgm:spPr/>
    </dgm:pt>
    <dgm:pt modelId="{E5E826C0-94FC-49B3-9A48-EED933AD5832}" type="pres">
      <dgm:prSet presAssocID="{75A87954-1AE6-4875-987A-BB3835050C42}" presName="pictRect" presStyleLbl="node1" presStyleIdx="0" presStyleCnt="6"/>
      <dgm:spPr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 l="-4000" r="-4000"/>
          </a:stretch>
        </a:blipFill>
      </dgm:spPr>
    </dgm:pt>
    <dgm:pt modelId="{5E9087CD-60D8-46D6-A83B-C168C7CBEAE4}" type="pres">
      <dgm:prSet presAssocID="{75A87954-1AE6-4875-987A-BB3835050C42}" presName="textRect" presStyleLbl="revTx" presStyleIdx="0" presStyleCnt="6">
        <dgm:presLayoutVars>
          <dgm:bulletEnabled val="1"/>
        </dgm:presLayoutVars>
      </dgm:prSet>
      <dgm:spPr/>
    </dgm:pt>
    <dgm:pt modelId="{FF0309DA-830B-4B66-A6BB-F692EDD41BFB}" type="pres">
      <dgm:prSet presAssocID="{1E254E3A-79EA-4737-9F3C-52651BF6FA22}" presName="sibTrans" presStyleLbl="sibTrans2D1" presStyleIdx="0" presStyleCnt="0"/>
      <dgm:spPr/>
    </dgm:pt>
    <dgm:pt modelId="{05E089F3-BA68-42B7-B377-4098623ED613}" type="pres">
      <dgm:prSet presAssocID="{E86824B2-B79E-491D-94AC-40F3BB931E06}" presName="compNode" presStyleCnt="0"/>
      <dgm:spPr/>
    </dgm:pt>
    <dgm:pt modelId="{15FC400B-5923-41E8-83FB-A654640FFA4A}" type="pres">
      <dgm:prSet presAssocID="{E86824B2-B79E-491D-94AC-40F3BB931E06}" presName="pictRect" presStyleLbl="node1" presStyleIdx="1" presStyleCnt="6"/>
      <dgm:spPr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l="-7000" r="-7000"/>
          </a:stretch>
        </a:blipFill>
      </dgm:spPr>
    </dgm:pt>
    <dgm:pt modelId="{51A521A5-CD23-4674-9AD3-6D357A128914}" type="pres">
      <dgm:prSet presAssocID="{E86824B2-B79E-491D-94AC-40F3BB931E06}" presName="textRect" presStyleLbl="revTx" presStyleIdx="1" presStyleCnt="6">
        <dgm:presLayoutVars>
          <dgm:bulletEnabled val="1"/>
        </dgm:presLayoutVars>
      </dgm:prSet>
      <dgm:spPr/>
    </dgm:pt>
    <dgm:pt modelId="{1BFD2F15-6BDA-45CF-9F86-515B455E7D94}" type="pres">
      <dgm:prSet presAssocID="{F9E11468-8F47-4755-8E6F-0C795B6E0D62}" presName="sibTrans" presStyleLbl="sibTrans2D1" presStyleIdx="0" presStyleCnt="0"/>
      <dgm:spPr/>
    </dgm:pt>
    <dgm:pt modelId="{D8F25DC3-7ADF-48C0-AA19-81AC3BE18C68}" type="pres">
      <dgm:prSet presAssocID="{E7A0F367-6FFF-4484-B701-84668DDAEAC4}" presName="compNode" presStyleCnt="0"/>
      <dgm:spPr/>
    </dgm:pt>
    <dgm:pt modelId="{5C8C131E-7FE7-48F7-AFE9-E864C3C26B45}" type="pres">
      <dgm:prSet presAssocID="{E7A0F367-6FFF-4484-B701-84668DDAEAC4}" presName="pictRect" presStyleLbl="node1" presStyleIdx="2" presStyleCnt="6"/>
      <dgm:spPr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t="-1000" b="-1000"/>
          </a:stretch>
        </a:blipFill>
      </dgm:spPr>
    </dgm:pt>
    <dgm:pt modelId="{A1AF8CE8-14C0-4B87-A883-2AF54644B891}" type="pres">
      <dgm:prSet presAssocID="{E7A0F367-6FFF-4484-B701-84668DDAEAC4}" presName="textRect" presStyleLbl="revTx" presStyleIdx="2" presStyleCnt="6">
        <dgm:presLayoutVars>
          <dgm:bulletEnabled val="1"/>
        </dgm:presLayoutVars>
      </dgm:prSet>
      <dgm:spPr/>
    </dgm:pt>
    <dgm:pt modelId="{FA0C0C57-8D26-47F6-8437-AD9CDF9A228F}" type="pres">
      <dgm:prSet presAssocID="{B851308A-9EE0-4334-8208-8BD3B98ADD82}" presName="sibTrans" presStyleLbl="sibTrans2D1" presStyleIdx="0" presStyleCnt="0"/>
      <dgm:spPr/>
    </dgm:pt>
    <dgm:pt modelId="{848A4889-81A3-48FF-9AB3-82A008078813}" type="pres">
      <dgm:prSet presAssocID="{11E5B2BC-EE58-4B4A-B1B1-0803E65A6CB0}" presName="compNode" presStyleCnt="0"/>
      <dgm:spPr/>
    </dgm:pt>
    <dgm:pt modelId="{D05515A1-9D58-4682-9166-BCE88744D029}" type="pres">
      <dgm:prSet presAssocID="{11E5B2BC-EE58-4B4A-B1B1-0803E65A6CB0}" presName="pictRect" presStyleLbl="node1" presStyleIdx="3" presStyleCnt="6"/>
      <dgm:spPr>
        <a:prstGeom prst="rect">
          <a:avLst/>
        </a:prstGeom>
        <a:blipFill rotWithShape="1">
          <a:blip xmlns:r="http://schemas.openxmlformats.org/officeDocument/2006/relationships" r:embed="rId4"/>
          <a:srcRect/>
          <a:stretch>
            <a:fillRect l="-7000" r="-7000"/>
          </a:stretch>
        </a:blipFill>
      </dgm:spPr>
    </dgm:pt>
    <dgm:pt modelId="{7F26EE45-11DF-4C92-99F3-113083AF24A2}" type="pres">
      <dgm:prSet presAssocID="{11E5B2BC-EE58-4B4A-B1B1-0803E65A6CB0}" presName="textRect" presStyleLbl="revTx" presStyleIdx="3" presStyleCnt="6">
        <dgm:presLayoutVars>
          <dgm:bulletEnabled val="1"/>
        </dgm:presLayoutVars>
      </dgm:prSet>
      <dgm:spPr/>
    </dgm:pt>
    <dgm:pt modelId="{1E397A48-BC3D-42A3-9879-C9A370AD4F7A}" type="pres">
      <dgm:prSet presAssocID="{96FAE126-15D8-4AD0-8470-DB09E36F5882}" presName="sibTrans" presStyleLbl="sibTrans2D1" presStyleIdx="0" presStyleCnt="0"/>
      <dgm:spPr/>
    </dgm:pt>
    <dgm:pt modelId="{880EB94C-5EB2-417D-A89B-27AA50C9E581}" type="pres">
      <dgm:prSet presAssocID="{A071BA0F-C70B-4710-9229-786CAA1D8DB2}" presName="compNode" presStyleCnt="0"/>
      <dgm:spPr/>
    </dgm:pt>
    <dgm:pt modelId="{741DD55E-F491-4F1E-82C6-D6E00EBD3F1F}" type="pres">
      <dgm:prSet presAssocID="{A071BA0F-C70B-4710-9229-786CAA1D8DB2}" presName="pictRect" presStyleLbl="node1" presStyleIdx="4" presStyleCnt="6"/>
      <dgm:spPr>
        <a:prstGeom prst="rect">
          <a:avLst/>
        </a:prstGeom>
        <a:blipFill rotWithShape="1">
          <a:blip xmlns:r="http://schemas.openxmlformats.org/officeDocument/2006/relationships" r:embed="rId5"/>
          <a:srcRect/>
          <a:stretch>
            <a:fillRect l="-4000" r="-4000"/>
          </a:stretch>
        </a:blipFill>
      </dgm:spPr>
    </dgm:pt>
    <dgm:pt modelId="{285EC7FD-1490-4713-A602-775B89D46617}" type="pres">
      <dgm:prSet presAssocID="{A071BA0F-C70B-4710-9229-786CAA1D8DB2}" presName="textRect" presStyleLbl="revTx" presStyleIdx="4" presStyleCnt="6">
        <dgm:presLayoutVars>
          <dgm:bulletEnabled val="1"/>
        </dgm:presLayoutVars>
      </dgm:prSet>
      <dgm:spPr/>
    </dgm:pt>
    <dgm:pt modelId="{14324C71-67FF-49A4-BC6E-FAAD0B0CF718}" type="pres">
      <dgm:prSet presAssocID="{92BCB00A-371E-4D90-BD53-F7A4AE3437B6}" presName="sibTrans" presStyleLbl="sibTrans2D1" presStyleIdx="0" presStyleCnt="0"/>
      <dgm:spPr/>
    </dgm:pt>
    <dgm:pt modelId="{1F86B800-3FFC-4A74-A103-3684A7899A0F}" type="pres">
      <dgm:prSet presAssocID="{B947B848-524B-4986-918C-E76AE213458F}" presName="compNode" presStyleCnt="0"/>
      <dgm:spPr/>
    </dgm:pt>
    <dgm:pt modelId="{F568A0CB-16C8-4E28-B8BA-3A35654C53EF}" type="pres">
      <dgm:prSet presAssocID="{B947B848-524B-4986-918C-E76AE213458F}" presName="pictRect" presStyleLbl="node1" presStyleIdx="5" presStyleCnt="6"/>
      <dgm:spPr>
        <a:prstGeom prst="rect">
          <a:avLst/>
        </a:prstGeom>
        <a:blipFill rotWithShape="1">
          <a:blip xmlns:r="http://schemas.openxmlformats.org/officeDocument/2006/relationships" r:embed="rId6"/>
          <a:srcRect/>
          <a:stretch>
            <a:fillRect l="-4000" r="-4000"/>
          </a:stretch>
        </a:blipFill>
      </dgm:spPr>
    </dgm:pt>
    <dgm:pt modelId="{9DB124F2-461F-456F-AF72-541D9BEA8CC5}" type="pres">
      <dgm:prSet presAssocID="{B947B848-524B-4986-918C-E76AE213458F}" presName="textRect" presStyleLbl="revTx" presStyleIdx="5" presStyleCnt="6">
        <dgm:presLayoutVars>
          <dgm:bulletEnabled val="1"/>
        </dgm:presLayoutVars>
      </dgm:prSet>
      <dgm:spPr/>
    </dgm:pt>
  </dgm:ptLst>
  <dgm:cxnLst>
    <dgm:cxn modelId="{B84CF903-7570-4844-B424-89CEFFF2942B}" type="presOf" srcId="{B851308A-9EE0-4334-8208-8BD3B98ADD82}" destId="{FA0C0C57-8D26-47F6-8437-AD9CDF9A228F}" srcOrd="0" destOrd="0" presId="urn:microsoft.com/office/officeart/2005/8/layout/pList1"/>
    <dgm:cxn modelId="{D1D2D218-F194-466A-9A2C-E7BEFAC480F1}" srcId="{D04FD1FB-7BBE-4DE1-AB4F-C922A7F2C121}" destId="{E7A0F367-6FFF-4484-B701-84668DDAEAC4}" srcOrd="2" destOrd="0" parTransId="{8C8789EA-51CF-448A-9BB4-C501FCF0FBA0}" sibTransId="{B851308A-9EE0-4334-8208-8BD3B98ADD82}"/>
    <dgm:cxn modelId="{77853C24-A395-4717-BA37-5C6D25F88CE3}" type="presOf" srcId="{11E5B2BC-EE58-4B4A-B1B1-0803E65A6CB0}" destId="{7F26EE45-11DF-4C92-99F3-113083AF24A2}" srcOrd="0" destOrd="0" presId="urn:microsoft.com/office/officeart/2005/8/layout/pList1"/>
    <dgm:cxn modelId="{E5D42225-874C-4B53-8B04-0F1EED2FD144}" type="presOf" srcId="{B947B848-524B-4986-918C-E76AE213458F}" destId="{9DB124F2-461F-456F-AF72-541D9BEA8CC5}" srcOrd="0" destOrd="0" presId="urn:microsoft.com/office/officeart/2005/8/layout/pList1"/>
    <dgm:cxn modelId="{345D4B27-AD1C-40CB-BF58-B2134F1CE6AF}" srcId="{D04FD1FB-7BBE-4DE1-AB4F-C922A7F2C121}" destId="{A071BA0F-C70B-4710-9229-786CAA1D8DB2}" srcOrd="4" destOrd="0" parTransId="{105F8F9B-E517-4F9E-8C41-66754C96114D}" sibTransId="{92BCB00A-371E-4D90-BD53-F7A4AE3437B6}"/>
    <dgm:cxn modelId="{A58D4329-4DF4-4394-8E28-CB17952327EF}" srcId="{D04FD1FB-7BBE-4DE1-AB4F-C922A7F2C121}" destId="{B947B848-524B-4986-918C-E76AE213458F}" srcOrd="5" destOrd="0" parTransId="{5C33DAEA-ADBC-4AFF-B37A-96CF819B2385}" sibTransId="{E41D1B17-E330-4FCF-9B54-286D392C70FC}"/>
    <dgm:cxn modelId="{8E908A33-A1A3-479E-B9CA-0FA5E0172CBE}" type="presOf" srcId="{E86824B2-B79E-491D-94AC-40F3BB931E06}" destId="{51A521A5-CD23-4674-9AD3-6D357A128914}" srcOrd="0" destOrd="0" presId="urn:microsoft.com/office/officeart/2005/8/layout/pList1"/>
    <dgm:cxn modelId="{5134347C-D41A-4443-A392-5B359574061A}" type="presOf" srcId="{1E254E3A-79EA-4737-9F3C-52651BF6FA22}" destId="{FF0309DA-830B-4B66-A6BB-F692EDD41BFB}" srcOrd="0" destOrd="0" presId="urn:microsoft.com/office/officeart/2005/8/layout/pList1"/>
    <dgm:cxn modelId="{A8567686-F867-4922-9452-336D3F6F09DB}" type="presOf" srcId="{A071BA0F-C70B-4710-9229-786CAA1D8DB2}" destId="{285EC7FD-1490-4713-A602-775B89D46617}" srcOrd="0" destOrd="0" presId="urn:microsoft.com/office/officeart/2005/8/layout/pList1"/>
    <dgm:cxn modelId="{42EF99CA-EA2C-4709-B30B-0A47674F133A}" srcId="{D04FD1FB-7BBE-4DE1-AB4F-C922A7F2C121}" destId="{75A87954-1AE6-4875-987A-BB3835050C42}" srcOrd="0" destOrd="0" parTransId="{36411DEF-9A3E-4434-BB0F-F25AB270626C}" sibTransId="{1E254E3A-79EA-4737-9F3C-52651BF6FA22}"/>
    <dgm:cxn modelId="{39911BDB-8425-46BA-BFE6-391334ED852A}" srcId="{D04FD1FB-7BBE-4DE1-AB4F-C922A7F2C121}" destId="{11E5B2BC-EE58-4B4A-B1B1-0803E65A6CB0}" srcOrd="3" destOrd="0" parTransId="{11940F75-E938-4725-9E2E-4347D10AB629}" sibTransId="{96FAE126-15D8-4AD0-8470-DB09E36F5882}"/>
    <dgm:cxn modelId="{FD7C63E5-82CC-4918-846C-EC6E950D2B32}" type="presOf" srcId="{96FAE126-15D8-4AD0-8470-DB09E36F5882}" destId="{1E397A48-BC3D-42A3-9879-C9A370AD4F7A}" srcOrd="0" destOrd="0" presId="urn:microsoft.com/office/officeart/2005/8/layout/pList1"/>
    <dgm:cxn modelId="{8FE707EA-CC79-4CFC-86A1-555A7198BC93}" type="presOf" srcId="{F9E11468-8F47-4755-8E6F-0C795B6E0D62}" destId="{1BFD2F15-6BDA-45CF-9F86-515B455E7D94}" srcOrd="0" destOrd="0" presId="urn:microsoft.com/office/officeart/2005/8/layout/pList1"/>
    <dgm:cxn modelId="{19D422F0-994A-4B12-86D5-B76EE9F1BE47}" srcId="{D04FD1FB-7BBE-4DE1-AB4F-C922A7F2C121}" destId="{E86824B2-B79E-491D-94AC-40F3BB931E06}" srcOrd="1" destOrd="0" parTransId="{48BCF2A5-1ED7-45DC-8F38-62D980BD13D5}" sibTransId="{F9E11468-8F47-4755-8E6F-0C795B6E0D62}"/>
    <dgm:cxn modelId="{2B3E35F2-BBBF-499A-A355-80DBEC6C4CF0}" type="presOf" srcId="{92BCB00A-371E-4D90-BD53-F7A4AE3437B6}" destId="{14324C71-67FF-49A4-BC6E-FAAD0B0CF718}" srcOrd="0" destOrd="0" presId="urn:microsoft.com/office/officeart/2005/8/layout/pList1"/>
    <dgm:cxn modelId="{31B440F3-B041-44F5-A9D9-FFECE04EC1B8}" type="presOf" srcId="{75A87954-1AE6-4875-987A-BB3835050C42}" destId="{5E9087CD-60D8-46D6-A83B-C168C7CBEAE4}" srcOrd="0" destOrd="0" presId="urn:microsoft.com/office/officeart/2005/8/layout/pList1"/>
    <dgm:cxn modelId="{E9C7F8F6-906F-4EBA-9622-13E25ECA0582}" type="presOf" srcId="{E7A0F367-6FFF-4484-B701-84668DDAEAC4}" destId="{A1AF8CE8-14C0-4B87-A883-2AF54644B891}" srcOrd="0" destOrd="0" presId="urn:microsoft.com/office/officeart/2005/8/layout/pList1"/>
    <dgm:cxn modelId="{1708FAF9-19F7-4AE9-ABF1-91DC98D85746}" type="presOf" srcId="{D04FD1FB-7BBE-4DE1-AB4F-C922A7F2C121}" destId="{64E82AA3-8DB0-4A87-AC5B-9CDFBEF73005}" srcOrd="0" destOrd="0" presId="urn:microsoft.com/office/officeart/2005/8/layout/pList1"/>
    <dgm:cxn modelId="{000D13EE-E9EA-4ED2-AF24-AFE1D5E9A77D}" type="presParOf" srcId="{64E82AA3-8DB0-4A87-AC5B-9CDFBEF73005}" destId="{121BD693-5992-44D1-A20C-FC1D3EDBF913}" srcOrd="0" destOrd="0" presId="urn:microsoft.com/office/officeart/2005/8/layout/pList1"/>
    <dgm:cxn modelId="{D1723760-D601-4832-B4CB-108063D8F2EB}" type="presParOf" srcId="{121BD693-5992-44D1-A20C-FC1D3EDBF913}" destId="{E5E826C0-94FC-49B3-9A48-EED933AD5832}" srcOrd="0" destOrd="0" presId="urn:microsoft.com/office/officeart/2005/8/layout/pList1"/>
    <dgm:cxn modelId="{1F34262E-0864-4DA7-995D-BBAC18645D8D}" type="presParOf" srcId="{121BD693-5992-44D1-A20C-FC1D3EDBF913}" destId="{5E9087CD-60D8-46D6-A83B-C168C7CBEAE4}" srcOrd="1" destOrd="0" presId="urn:microsoft.com/office/officeart/2005/8/layout/pList1"/>
    <dgm:cxn modelId="{51DDB669-C5BB-4F89-B1F9-6A3FDEA13546}" type="presParOf" srcId="{64E82AA3-8DB0-4A87-AC5B-9CDFBEF73005}" destId="{FF0309DA-830B-4B66-A6BB-F692EDD41BFB}" srcOrd="1" destOrd="0" presId="urn:microsoft.com/office/officeart/2005/8/layout/pList1"/>
    <dgm:cxn modelId="{65A65A18-9337-4C6B-AC5C-1F3743C57094}" type="presParOf" srcId="{64E82AA3-8DB0-4A87-AC5B-9CDFBEF73005}" destId="{05E089F3-BA68-42B7-B377-4098623ED613}" srcOrd="2" destOrd="0" presId="urn:microsoft.com/office/officeart/2005/8/layout/pList1"/>
    <dgm:cxn modelId="{D66A3C7E-8797-4E6A-935A-FB5356DED6F8}" type="presParOf" srcId="{05E089F3-BA68-42B7-B377-4098623ED613}" destId="{15FC400B-5923-41E8-83FB-A654640FFA4A}" srcOrd="0" destOrd="0" presId="urn:microsoft.com/office/officeart/2005/8/layout/pList1"/>
    <dgm:cxn modelId="{64664909-8FE5-4C4D-88C3-BB6EF93B17B8}" type="presParOf" srcId="{05E089F3-BA68-42B7-B377-4098623ED613}" destId="{51A521A5-CD23-4674-9AD3-6D357A128914}" srcOrd="1" destOrd="0" presId="urn:microsoft.com/office/officeart/2005/8/layout/pList1"/>
    <dgm:cxn modelId="{9376FC00-29FF-4CD3-9438-F789CEC79001}" type="presParOf" srcId="{64E82AA3-8DB0-4A87-AC5B-9CDFBEF73005}" destId="{1BFD2F15-6BDA-45CF-9F86-515B455E7D94}" srcOrd="3" destOrd="0" presId="urn:microsoft.com/office/officeart/2005/8/layout/pList1"/>
    <dgm:cxn modelId="{61D5D496-260C-4A2F-AFFC-4737223825CD}" type="presParOf" srcId="{64E82AA3-8DB0-4A87-AC5B-9CDFBEF73005}" destId="{D8F25DC3-7ADF-48C0-AA19-81AC3BE18C68}" srcOrd="4" destOrd="0" presId="urn:microsoft.com/office/officeart/2005/8/layout/pList1"/>
    <dgm:cxn modelId="{4EBA8D88-DE7A-40DF-8334-60765915E822}" type="presParOf" srcId="{D8F25DC3-7ADF-48C0-AA19-81AC3BE18C68}" destId="{5C8C131E-7FE7-48F7-AFE9-E864C3C26B45}" srcOrd="0" destOrd="0" presId="urn:microsoft.com/office/officeart/2005/8/layout/pList1"/>
    <dgm:cxn modelId="{DE9CBC62-A87C-4FE9-8068-FBF33C3DB086}" type="presParOf" srcId="{D8F25DC3-7ADF-48C0-AA19-81AC3BE18C68}" destId="{A1AF8CE8-14C0-4B87-A883-2AF54644B891}" srcOrd="1" destOrd="0" presId="urn:microsoft.com/office/officeart/2005/8/layout/pList1"/>
    <dgm:cxn modelId="{0F8029B1-F3CA-4A8E-B8FF-E460A5149C0B}" type="presParOf" srcId="{64E82AA3-8DB0-4A87-AC5B-9CDFBEF73005}" destId="{FA0C0C57-8D26-47F6-8437-AD9CDF9A228F}" srcOrd="5" destOrd="0" presId="urn:microsoft.com/office/officeart/2005/8/layout/pList1"/>
    <dgm:cxn modelId="{B66143B0-4371-4981-B9AE-A9B660B1BC09}" type="presParOf" srcId="{64E82AA3-8DB0-4A87-AC5B-9CDFBEF73005}" destId="{848A4889-81A3-48FF-9AB3-82A008078813}" srcOrd="6" destOrd="0" presId="urn:microsoft.com/office/officeart/2005/8/layout/pList1"/>
    <dgm:cxn modelId="{4A8F8C0B-5BBF-4080-8318-75CB9F2E32DD}" type="presParOf" srcId="{848A4889-81A3-48FF-9AB3-82A008078813}" destId="{D05515A1-9D58-4682-9166-BCE88744D029}" srcOrd="0" destOrd="0" presId="urn:microsoft.com/office/officeart/2005/8/layout/pList1"/>
    <dgm:cxn modelId="{7454F2C3-DC3A-410C-9832-7A3F0B7B2A5A}" type="presParOf" srcId="{848A4889-81A3-48FF-9AB3-82A008078813}" destId="{7F26EE45-11DF-4C92-99F3-113083AF24A2}" srcOrd="1" destOrd="0" presId="urn:microsoft.com/office/officeart/2005/8/layout/pList1"/>
    <dgm:cxn modelId="{D306762F-5266-4859-873D-3A14F16FBFF8}" type="presParOf" srcId="{64E82AA3-8DB0-4A87-AC5B-9CDFBEF73005}" destId="{1E397A48-BC3D-42A3-9879-C9A370AD4F7A}" srcOrd="7" destOrd="0" presId="urn:microsoft.com/office/officeart/2005/8/layout/pList1"/>
    <dgm:cxn modelId="{CC28850C-CBDE-4E6A-86F7-3A3076C2F2B5}" type="presParOf" srcId="{64E82AA3-8DB0-4A87-AC5B-9CDFBEF73005}" destId="{880EB94C-5EB2-417D-A89B-27AA50C9E581}" srcOrd="8" destOrd="0" presId="urn:microsoft.com/office/officeart/2005/8/layout/pList1"/>
    <dgm:cxn modelId="{81D8ED37-A68C-4BCE-BD21-0CCF694DBD95}" type="presParOf" srcId="{880EB94C-5EB2-417D-A89B-27AA50C9E581}" destId="{741DD55E-F491-4F1E-82C6-D6E00EBD3F1F}" srcOrd="0" destOrd="0" presId="urn:microsoft.com/office/officeart/2005/8/layout/pList1"/>
    <dgm:cxn modelId="{1B801CAF-4C8D-4C31-B3AC-70BF5A3C90AD}" type="presParOf" srcId="{880EB94C-5EB2-417D-A89B-27AA50C9E581}" destId="{285EC7FD-1490-4713-A602-775B89D46617}" srcOrd="1" destOrd="0" presId="urn:microsoft.com/office/officeart/2005/8/layout/pList1"/>
    <dgm:cxn modelId="{E4877DFF-E551-4D9C-AD68-4EF25F315A1E}" type="presParOf" srcId="{64E82AA3-8DB0-4A87-AC5B-9CDFBEF73005}" destId="{14324C71-67FF-49A4-BC6E-FAAD0B0CF718}" srcOrd="9" destOrd="0" presId="urn:microsoft.com/office/officeart/2005/8/layout/pList1"/>
    <dgm:cxn modelId="{C80C54A0-6845-4D11-BA10-C113EDE42E87}" type="presParOf" srcId="{64E82AA3-8DB0-4A87-AC5B-9CDFBEF73005}" destId="{1F86B800-3FFC-4A74-A103-3684A7899A0F}" srcOrd="10" destOrd="0" presId="urn:microsoft.com/office/officeart/2005/8/layout/pList1"/>
    <dgm:cxn modelId="{FBD9DEF9-25A0-4802-9139-9DA15B593AF3}" type="presParOf" srcId="{1F86B800-3FFC-4A74-A103-3684A7899A0F}" destId="{F568A0CB-16C8-4E28-B8BA-3A35654C53EF}" srcOrd="0" destOrd="0" presId="urn:microsoft.com/office/officeart/2005/8/layout/pList1"/>
    <dgm:cxn modelId="{1B8C11AC-F1EC-44F8-8C8C-CEC3ED608E64}" type="presParOf" srcId="{1F86B800-3FFC-4A74-A103-3684A7899A0F}" destId="{9DB124F2-461F-456F-AF72-541D9BEA8CC5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11F963F-4036-4873-A67D-9B991F4A95C2}" type="doc">
      <dgm:prSet loTypeId="urn:microsoft.com/office/officeart/2005/8/layout/h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ru-RU"/>
        </a:p>
      </dgm:t>
    </dgm:pt>
    <dgm:pt modelId="{7C1DDE9C-9544-47F2-98F0-72B14F755621}">
      <dgm:prSet phldrT="[Текст]"/>
      <dgm:spPr/>
      <dgm:t>
        <a:bodyPr/>
        <a:lstStyle/>
        <a:p>
          <a:r>
            <a:rPr lang="en-US" dirty="0" err="1">
              <a:solidFill>
                <a:srgbClr val="00CBAE"/>
              </a:solidFill>
              <a:latin typeface="Bahnschrift SemiBold" panose="020B0502040204020203" pitchFamily="34" charset="0"/>
            </a:rPr>
            <a:t>BasicTower</a:t>
          </a:r>
          <a:endParaRPr lang="ru-RU" dirty="0">
            <a:solidFill>
              <a:srgbClr val="00CBAE"/>
            </a:solidFill>
            <a:latin typeface="Bahnschrift SemiBold" panose="020B0502040204020203" pitchFamily="34" charset="0"/>
          </a:endParaRPr>
        </a:p>
      </dgm:t>
    </dgm:pt>
    <dgm:pt modelId="{4BE9C34F-D05E-4B0E-84BD-D8312EB6D39B}" type="parTrans" cxnId="{5292D9B4-4540-4165-A0E6-8E48F67EA463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4F48239E-CE94-4BD5-B1CE-0D1C7D7F73AA}" type="sibTrans" cxnId="{5292D9B4-4540-4165-A0E6-8E48F67EA463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629EB822-183C-4A20-AAD8-87F6B79A3FC6}">
      <dgm:prSet phldrT="[Текст]"/>
      <dgm:spPr>
        <a:solidFill>
          <a:srgbClr val="00CBAE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Умеренный урон</a:t>
          </a:r>
        </a:p>
      </dgm:t>
    </dgm:pt>
    <dgm:pt modelId="{4088A29E-90A0-41E9-A558-9C878265C0F3}" type="parTrans" cxnId="{8455E3EF-355C-4EF4-82C5-9139C9D9CAB0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54C79BBA-3C00-4436-9316-8BE808C3DF73}" type="sibTrans" cxnId="{8455E3EF-355C-4EF4-82C5-9139C9D9CAB0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29B959DA-122F-4A58-9A45-E8B197B36EDF}">
      <dgm:prSet phldrT="[Текст]"/>
      <dgm:spPr>
        <a:solidFill>
          <a:srgbClr val="00CBAE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Умеренная скорость стрельбы</a:t>
          </a:r>
        </a:p>
      </dgm:t>
    </dgm:pt>
    <dgm:pt modelId="{41BA935E-E25D-408C-92DD-C6E463BAA97A}" type="parTrans" cxnId="{AE7ABECC-E83A-4EE1-A781-6D054C69B846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AA67BD9E-EC25-443F-99D2-F4301154DFD3}" type="sibTrans" cxnId="{AE7ABECC-E83A-4EE1-A781-6D054C69B846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D1849F04-949F-4710-8FCA-6854C5F9E60C}">
      <dgm:prSet phldrT="[Текст]"/>
      <dgm:spPr/>
      <dgm:t>
        <a:bodyPr/>
        <a:lstStyle/>
        <a:p>
          <a:r>
            <a:rPr lang="en-US" dirty="0" err="1">
              <a:solidFill>
                <a:srgbClr val="F40000"/>
              </a:solidFill>
              <a:latin typeface="Bahnschrift SemiBold" panose="020B0502040204020203" pitchFamily="34" charset="0"/>
            </a:rPr>
            <a:t>ExplosiveTower</a:t>
          </a:r>
          <a:endParaRPr lang="ru-RU" dirty="0">
            <a:solidFill>
              <a:srgbClr val="F40000"/>
            </a:solidFill>
            <a:latin typeface="Bahnschrift SemiBold" panose="020B0502040204020203" pitchFamily="34" charset="0"/>
          </a:endParaRPr>
        </a:p>
      </dgm:t>
    </dgm:pt>
    <dgm:pt modelId="{56C78E80-0EB6-4D13-8233-0788DD4301B6}" type="parTrans" cxnId="{4FF34207-D63D-479B-891E-2F0AA31B8344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51962605-944C-40DA-BA50-89E35B334084}" type="sibTrans" cxnId="{4FF34207-D63D-479B-891E-2F0AA31B8344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F63110AA-8855-45C0-BF28-63BC1D0D7D24}">
      <dgm:prSet phldrT="[Текст]"/>
      <dgm:spPr>
        <a:solidFill>
          <a:srgbClr val="F400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Низкий урон</a:t>
          </a:r>
        </a:p>
      </dgm:t>
    </dgm:pt>
    <dgm:pt modelId="{9448F40E-ED55-453F-B182-28C20B6565B1}" type="parTrans" cxnId="{C052F43D-7E4B-4E1E-87D9-3D67D6A44314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CCD2DDC7-B005-4B74-9A61-7CAD2ADFB7EF}" type="sibTrans" cxnId="{C052F43D-7E4B-4E1E-87D9-3D67D6A44314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1928CF38-C458-44F6-8731-93CFF52CA85B}">
      <dgm:prSet phldrT="[Текст]"/>
      <dgm:spPr/>
      <dgm:t>
        <a:bodyPr/>
        <a:lstStyle/>
        <a:p>
          <a:r>
            <a:rPr lang="en-US" dirty="0" err="1">
              <a:solidFill>
                <a:srgbClr val="13AB00"/>
              </a:solidFill>
              <a:latin typeface="Bahnschrift SemiBold" panose="020B0502040204020203" pitchFamily="34" charset="0"/>
            </a:rPr>
            <a:t>SniperTower</a:t>
          </a:r>
          <a:endParaRPr lang="ru-RU" dirty="0">
            <a:solidFill>
              <a:srgbClr val="13AB00"/>
            </a:solidFill>
            <a:latin typeface="Bahnschrift SemiBold" panose="020B0502040204020203" pitchFamily="34" charset="0"/>
          </a:endParaRPr>
        </a:p>
      </dgm:t>
    </dgm:pt>
    <dgm:pt modelId="{98487B79-1E8D-4811-8FD2-5B276939A168}" type="parTrans" cxnId="{8F06083E-9D8C-45FB-895F-A46DC490BFA2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957970E8-30F6-4DA4-87F6-2D3239AE936B}" type="sibTrans" cxnId="{8F06083E-9D8C-45FB-895F-A46DC490BFA2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C2794E74-8D75-42AC-A872-4A120BBFE191}">
      <dgm:prSet phldrT="[Текст]"/>
      <dgm:spPr>
        <a:solidFill>
          <a:srgbClr val="4100CE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Низкий урон</a:t>
          </a:r>
        </a:p>
      </dgm:t>
    </dgm:pt>
    <dgm:pt modelId="{77972B56-EB20-4E4F-ADCC-83632AC89994}" type="parTrans" cxnId="{03CCD44C-32EA-49AD-8AB3-99F35CFE38F6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5B7AD238-AD24-4E92-BBB4-3DD6D12AFF3F}" type="sibTrans" cxnId="{03CCD44C-32EA-49AD-8AB3-99F35CFE38F6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899FC414-8EF4-46EC-B02D-805E491A1F4C}">
      <dgm:prSet phldrT="[Текст]"/>
      <dgm:spPr>
        <a:solidFill>
          <a:srgbClr val="4100CE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Быстрая скорость стрельбы</a:t>
          </a:r>
        </a:p>
      </dgm:t>
    </dgm:pt>
    <dgm:pt modelId="{4EF3590C-5BE4-4E8E-90A8-87F82463A2BB}" type="parTrans" cxnId="{FC63EFCE-F04B-4945-9C28-0D1253F22FD7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09E14D74-6812-4F6B-AFB8-A461CABC9A48}" type="sibTrans" cxnId="{FC63EFCE-F04B-4945-9C28-0D1253F22FD7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6C153237-234D-49BA-83D0-D9E540C43ED9}">
      <dgm:prSet phldrT="[Текст]"/>
      <dgm:spPr>
        <a:solidFill>
          <a:srgbClr val="00CBAE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Умеренный радиус стрельбы</a:t>
          </a:r>
        </a:p>
      </dgm:t>
    </dgm:pt>
    <dgm:pt modelId="{5C0CF01F-DDF7-4FCB-9A3F-D45BD8E0AC77}" type="parTrans" cxnId="{B1B2E6AF-E0F9-4160-B774-B98C7003EE34}">
      <dgm:prSet/>
      <dgm:spPr/>
      <dgm:t>
        <a:bodyPr/>
        <a:lstStyle/>
        <a:p>
          <a:endParaRPr lang="ru-RU"/>
        </a:p>
      </dgm:t>
    </dgm:pt>
    <dgm:pt modelId="{32B2CCB8-AFB0-4AC2-9373-09F14EEC8042}" type="sibTrans" cxnId="{B1B2E6AF-E0F9-4160-B774-B98C7003EE34}">
      <dgm:prSet/>
      <dgm:spPr/>
      <dgm:t>
        <a:bodyPr/>
        <a:lstStyle/>
        <a:p>
          <a:endParaRPr lang="ru-RU"/>
        </a:p>
      </dgm:t>
    </dgm:pt>
    <dgm:pt modelId="{5AF4FCF2-11BD-4262-9752-455445D4C3AE}">
      <dgm:prSet phldrT="[Текст]"/>
      <dgm:spPr>
        <a:solidFill>
          <a:srgbClr val="F400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Умеренная скорость стрельбы</a:t>
          </a:r>
        </a:p>
      </dgm:t>
    </dgm:pt>
    <dgm:pt modelId="{586A0244-044E-42CA-9E76-5EDE240B04F5}" type="parTrans" cxnId="{AEEE4D4C-1FC7-4857-8E6A-FF9393C60365}">
      <dgm:prSet/>
      <dgm:spPr/>
      <dgm:t>
        <a:bodyPr/>
        <a:lstStyle/>
        <a:p>
          <a:endParaRPr lang="ru-RU"/>
        </a:p>
      </dgm:t>
    </dgm:pt>
    <dgm:pt modelId="{994B68F0-838A-46F3-8036-99D1CE989049}" type="sibTrans" cxnId="{AEEE4D4C-1FC7-4857-8E6A-FF9393C60365}">
      <dgm:prSet/>
      <dgm:spPr/>
      <dgm:t>
        <a:bodyPr/>
        <a:lstStyle/>
        <a:p>
          <a:endParaRPr lang="ru-RU"/>
        </a:p>
      </dgm:t>
    </dgm:pt>
    <dgm:pt modelId="{63AC7E2C-7C80-4C8C-B867-CD0C60C5B4C6}">
      <dgm:prSet phldrT="[Текст]"/>
      <dgm:spPr>
        <a:solidFill>
          <a:srgbClr val="F400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Маленький радиус стрельбы</a:t>
          </a:r>
        </a:p>
      </dgm:t>
    </dgm:pt>
    <dgm:pt modelId="{CC15E763-770F-455D-9749-6ED2E99A96CA}" type="parTrans" cxnId="{4AFA94BA-D7B2-4118-AA25-7A52184DBC9A}">
      <dgm:prSet/>
      <dgm:spPr/>
      <dgm:t>
        <a:bodyPr/>
        <a:lstStyle/>
        <a:p>
          <a:endParaRPr lang="ru-RU"/>
        </a:p>
      </dgm:t>
    </dgm:pt>
    <dgm:pt modelId="{475F36E1-3C32-4FBC-9909-4E4FF7829B7C}" type="sibTrans" cxnId="{4AFA94BA-D7B2-4118-AA25-7A52184DBC9A}">
      <dgm:prSet/>
      <dgm:spPr/>
      <dgm:t>
        <a:bodyPr/>
        <a:lstStyle/>
        <a:p>
          <a:endParaRPr lang="ru-RU"/>
        </a:p>
      </dgm:t>
    </dgm:pt>
    <dgm:pt modelId="{EED63585-D4F7-4142-92BD-FADD661C164A}">
      <dgm:prSet phldrT="[Текст]"/>
      <dgm:spPr>
        <a:solidFill>
          <a:srgbClr val="F400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Урон по площади</a:t>
          </a:r>
        </a:p>
      </dgm:t>
    </dgm:pt>
    <dgm:pt modelId="{71AFBBBC-234D-4088-B424-9977583FC895}" type="parTrans" cxnId="{47FB51AF-419F-4FC7-AFF1-D9798A06E1D7}">
      <dgm:prSet/>
      <dgm:spPr/>
      <dgm:t>
        <a:bodyPr/>
        <a:lstStyle/>
        <a:p>
          <a:endParaRPr lang="ru-RU"/>
        </a:p>
      </dgm:t>
    </dgm:pt>
    <dgm:pt modelId="{B5AEAD80-2412-4434-A297-ECB8467C76E5}" type="sibTrans" cxnId="{47FB51AF-419F-4FC7-AFF1-D9798A06E1D7}">
      <dgm:prSet/>
      <dgm:spPr/>
      <dgm:t>
        <a:bodyPr/>
        <a:lstStyle/>
        <a:p>
          <a:endParaRPr lang="ru-RU"/>
        </a:p>
      </dgm:t>
    </dgm:pt>
    <dgm:pt modelId="{809A4A20-2D03-4A32-AE41-F064AECC3142}">
      <dgm:prSet phldrT="[Текст]"/>
      <dgm:spPr>
        <a:solidFill>
          <a:srgbClr val="4100CE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Большой радиус стрельбы</a:t>
          </a:r>
        </a:p>
      </dgm:t>
    </dgm:pt>
    <dgm:pt modelId="{9F10572B-321D-476D-AEA7-827A79F3B739}" type="parTrans" cxnId="{B594F007-8A1D-4EF6-9FB9-FED2C8D045BA}">
      <dgm:prSet/>
      <dgm:spPr/>
      <dgm:t>
        <a:bodyPr/>
        <a:lstStyle/>
        <a:p>
          <a:endParaRPr lang="ru-RU"/>
        </a:p>
      </dgm:t>
    </dgm:pt>
    <dgm:pt modelId="{3BD4F946-3407-4863-91FE-2681E1442932}" type="sibTrans" cxnId="{B594F007-8A1D-4EF6-9FB9-FED2C8D045BA}">
      <dgm:prSet/>
      <dgm:spPr/>
      <dgm:t>
        <a:bodyPr/>
        <a:lstStyle/>
        <a:p>
          <a:endParaRPr lang="ru-RU"/>
        </a:p>
      </dgm:t>
    </dgm:pt>
    <dgm:pt modelId="{E3B1EA5C-134A-4B68-81B4-49AD880EF9B4}">
      <dgm:prSet phldrT="[Текст]"/>
      <dgm:spPr/>
      <dgm:t>
        <a:bodyPr/>
        <a:lstStyle/>
        <a:p>
          <a:r>
            <a:rPr lang="en-US" dirty="0" err="1">
              <a:solidFill>
                <a:srgbClr val="4100CE"/>
              </a:solidFill>
              <a:latin typeface="Bahnschrift SemiBold" panose="020B0502040204020203" pitchFamily="34" charset="0"/>
            </a:rPr>
            <a:t>MinigunTower</a:t>
          </a:r>
          <a:endParaRPr lang="ru-RU" dirty="0">
            <a:solidFill>
              <a:srgbClr val="4100CE"/>
            </a:solidFill>
            <a:latin typeface="Bahnschrift SemiBold" panose="020B0502040204020203" pitchFamily="34" charset="0"/>
          </a:endParaRPr>
        </a:p>
      </dgm:t>
    </dgm:pt>
    <dgm:pt modelId="{DB403E93-D52B-433B-BCFE-2CDF809F7474}" type="parTrans" cxnId="{6BAC172C-E007-40FE-B5F0-64DEB9C5C535}">
      <dgm:prSet/>
      <dgm:spPr/>
      <dgm:t>
        <a:bodyPr/>
        <a:lstStyle/>
        <a:p>
          <a:endParaRPr lang="ru-RU"/>
        </a:p>
      </dgm:t>
    </dgm:pt>
    <dgm:pt modelId="{34C02DD5-8D64-4E49-AD53-93637C762F90}" type="sibTrans" cxnId="{6BAC172C-E007-40FE-B5F0-64DEB9C5C535}">
      <dgm:prSet/>
      <dgm:spPr/>
      <dgm:t>
        <a:bodyPr/>
        <a:lstStyle/>
        <a:p>
          <a:endParaRPr lang="ru-RU"/>
        </a:p>
      </dgm:t>
    </dgm:pt>
    <dgm:pt modelId="{E747D976-4E5B-441D-BCAD-F4669E1ABB58}">
      <dgm:prSet/>
      <dgm:spPr>
        <a:solidFill>
          <a:srgbClr val="13AB00"/>
        </a:solidFill>
      </dgm:spPr>
      <dgm:t>
        <a:bodyPr/>
        <a:lstStyle/>
        <a:p>
          <a:r>
            <a:rPr lang="ru-RU">
              <a:latin typeface="Bahnschrift SemiBold" panose="020B0502040204020203" pitchFamily="34" charset="0"/>
            </a:rPr>
            <a:t>Высокий урон</a:t>
          </a:r>
          <a:endParaRPr lang="ru-RU"/>
        </a:p>
      </dgm:t>
    </dgm:pt>
    <dgm:pt modelId="{E101AE25-65FA-4E5D-8C4B-D821B9A520CD}" type="parTrans" cxnId="{7816EC2E-54A5-4D4F-A725-2CACC965E92A}">
      <dgm:prSet/>
      <dgm:spPr/>
      <dgm:t>
        <a:bodyPr/>
        <a:lstStyle/>
        <a:p>
          <a:endParaRPr lang="ru-RU"/>
        </a:p>
      </dgm:t>
    </dgm:pt>
    <dgm:pt modelId="{88EA2070-1C23-492A-8053-CFCC57F5ED4B}" type="sibTrans" cxnId="{7816EC2E-54A5-4D4F-A725-2CACC965E92A}">
      <dgm:prSet/>
      <dgm:spPr/>
      <dgm:t>
        <a:bodyPr/>
        <a:lstStyle/>
        <a:p>
          <a:endParaRPr lang="ru-RU"/>
        </a:p>
      </dgm:t>
    </dgm:pt>
    <dgm:pt modelId="{54965122-BB41-45EA-BED7-8C71FAA6874D}">
      <dgm:prSet/>
      <dgm:spPr>
        <a:solidFill>
          <a:srgbClr val="13AB00"/>
        </a:solidFill>
      </dgm:spPr>
      <dgm:t>
        <a:bodyPr/>
        <a:lstStyle/>
        <a:p>
          <a:r>
            <a:rPr lang="ru-RU">
              <a:latin typeface="Bahnschrift SemiBold" panose="020B0502040204020203" pitchFamily="34" charset="0"/>
            </a:rPr>
            <a:t>Медленная скорость стрельбы</a:t>
          </a:r>
          <a:endParaRPr lang="ru-RU" dirty="0">
            <a:latin typeface="Bahnschrift SemiBold" panose="020B0502040204020203" pitchFamily="34" charset="0"/>
          </a:endParaRPr>
        </a:p>
      </dgm:t>
    </dgm:pt>
    <dgm:pt modelId="{9C6255A3-E9BF-4D61-AE8A-BBEA7ECFC1DB}" type="parTrans" cxnId="{BA521ADB-4143-4FA7-B844-AD06CF7B40F2}">
      <dgm:prSet/>
      <dgm:spPr/>
      <dgm:t>
        <a:bodyPr/>
        <a:lstStyle/>
        <a:p>
          <a:endParaRPr lang="ru-RU"/>
        </a:p>
      </dgm:t>
    </dgm:pt>
    <dgm:pt modelId="{4989CA13-7E86-451B-B029-2E4CBDBE6A1E}" type="sibTrans" cxnId="{BA521ADB-4143-4FA7-B844-AD06CF7B40F2}">
      <dgm:prSet/>
      <dgm:spPr/>
      <dgm:t>
        <a:bodyPr/>
        <a:lstStyle/>
        <a:p>
          <a:endParaRPr lang="ru-RU"/>
        </a:p>
      </dgm:t>
    </dgm:pt>
    <dgm:pt modelId="{AA319D5E-A70C-45D8-B392-1D344074ABC7}">
      <dgm:prSet/>
      <dgm:spPr>
        <a:solidFill>
          <a:srgbClr val="13AB00"/>
        </a:solidFill>
      </dgm:spPr>
      <dgm:t>
        <a:bodyPr/>
        <a:lstStyle/>
        <a:p>
          <a:r>
            <a:rPr lang="ru-RU">
              <a:latin typeface="Bahnschrift SemiBold" panose="020B0502040204020203" pitchFamily="34" charset="0"/>
            </a:rPr>
            <a:t>Огромный радиус стрельбы</a:t>
          </a:r>
          <a:endParaRPr lang="ru-RU" dirty="0">
            <a:latin typeface="Bahnschrift SemiBold" panose="020B0502040204020203" pitchFamily="34" charset="0"/>
          </a:endParaRPr>
        </a:p>
      </dgm:t>
    </dgm:pt>
    <dgm:pt modelId="{0F7A4266-4196-4C34-A7D5-72EBB2CA90AC}" type="parTrans" cxnId="{02B4072F-ADC5-44C4-A1AF-6A916F0A95D3}">
      <dgm:prSet/>
      <dgm:spPr/>
      <dgm:t>
        <a:bodyPr/>
        <a:lstStyle/>
        <a:p>
          <a:endParaRPr lang="ru-RU"/>
        </a:p>
      </dgm:t>
    </dgm:pt>
    <dgm:pt modelId="{0C3A0E05-A619-40DE-9BC7-2921C65544ED}" type="sibTrans" cxnId="{02B4072F-ADC5-44C4-A1AF-6A916F0A95D3}">
      <dgm:prSet/>
      <dgm:spPr/>
      <dgm:t>
        <a:bodyPr/>
        <a:lstStyle/>
        <a:p>
          <a:endParaRPr lang="ru-RU"/>
        </a:p>
      </dgm:t>
    </dgm:pt>
    <dgm:pt modelId="{F91CB88F-EA6C-4CAD-AB1E-7AB297C1C268}">
      <dgm:prSet phldrT="[Текст]"/>
      <dgm:spPr>
        <a:solidFill>
          <a:srgbClr val="4100CE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Самый большой </a:t>
          </a:r>
          <a:r>
            <a:rPr lang="en-US" dirty="0">
              <a:latin typeface="Bahnschrift SemiBold" panose="020B0502040204020203" pitchFamily="34" charset="0"/>
            </a:rPr>
            <a:t>DPS</a:t>
          </a:r>
          <a:endParaRPr lang="ru-RU" dirty="0">
            <a:latin typeface="Bahnschrift SemiBold" panose="020B0502040204020203" pitchFamily="34" charset="0"/>
          </a:endParaRPr>
        </a:p>
      </dgm:t>
    </dgm:pt>
    <dgm:pt modelId="{1C934581-B9B5-4AB3-A58A-091E04061A34}" type="parTrans" cxnId="{EAA1F2FE-B48F-4069-A84F-EDA84D24F47B}">
      <dgm:prSet/>
      <dgm:spPr/>
      <dgm:t>
        <a:bodyPr/>
        <a:lstStyle/>
        <a:p>
          <a:endParaRPr lang="ru-RU"/>
        </a:p>
      </dgm:t>
    </dgm:pt>
    <dgm:pt modelId="{92AC226A-A0F0-4EF6-A433-20D041CCFBD1}" type="sibTrans" cxnId="{EAA1F2FE-B48F-4069-A84F-EDA84D24F47B}">
      <dgm:prSet/>
      <dgm:spPr/>
      <dgm:t>
        <a:bodyPr/>
        <a:lstStyle/>
        <a:p>
          <a:endParaRPr lang="ru-RU"/>
        </a:p>
      </dgm:t>
    </dgm:pt>
    <dgm:pt modelId="{E227BCA3-06E3-48A5-9475-153EC38E951A}" type="pres">
      <dgm:prSet presAssocID="{111F963F-4036-4873-A67D-9B991F4A95C2}" presName="linearFlow" presStyleCnt="0">
        <dgm:presLayoutVars>
          <dgm:dir/>
          <dgm:animLvl val="lvl"/>
          <dgm:resizeHandles/>
        </dgm:presLayoutVars>
      </dgm:prSet>
      <dgm:spPr/>
    </dgm:pt>
    <dgm:pt modelId="{852F7BD3-05D4-4434-B9D0-850CD46AADF1}" type="pres">
      <dgm:prSet presAssocID="{7C1DDE9C-9544-47F2-98F0-72B14F755621}" presName="compositeNode" presStyleCnt="0">
        <dgm:presLayoutVars>
          <dgm:bulletEnabled val="1"/>
        </dgm:presLayoutVars>
      </dgm:prSet>
      <dgm:spPr/>
    </dgm:pt>
    <dgm:pt modelId="{844DACD8-51A5-460E-BCD3-BD7251709EB8}" type="pres">
      <dgm:prSet presAssocID="{7C1DDE9C-9544-47F2-98F0-72B14F755621}" presName="image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3ECBDE27-0084-42E2-BFC9-E0795D6DF208}" type="pres">
      <dgm:prSet presAssocID="{7C1DDE9C-9544-47F2-98F0-72B14F755621}" presName="childNode" presStyleLbl="node1" presStyleIdx="0" presStyleCnt="4">
        <dgm:presLayoutVars>
          <dgm:bulletEnabled val="1"/>
        </dgm:presLayoutVars>
      </dgm:prSet>
      <dgm:spPr/>
    </dgm:pt>
    <dgm:pt modelId="{CBF17CF8-E007-4F1D-862D-A2ADFF191178}" type="pres">
      <dgm:prSet presAssocID="{7C1DDE9C-9544-47F2-98F0-72B14F755621}" presName="parentNode" presStyleLbl="revTx" presStyleIdx="0" presStyleCnt="4">
        <dgm:presLayoutVars>
          <dgm:chMax val="0"/>
          <dgm:bulletEnabled val="1"/>
        </dgm:presLayoutVars>
      </dgm:prSet>
      <dgm:spPr/>
    </dgm:pt>
    <dgm:pt modelId="{28D19C17-9A3A-4C3F-9DA7-45D3386A998D}" type="pres">
      <dgm:prSet presAssocID="{4F48239E-CE94-4BD5-B1CE-0D1C7D7F73AA}" presName="sibTrans" presStyleCnt="0"/>
      <dgm:spPr/>
    </dgm:pt>
    <dgm:pt modelId="{808A5671-CBCD-4441-9C3F-8A82527FE061}" type="pres">
      <dgm:prSet presAssocID="{D1849F04-949F-4710-8FCA-6854C5F9E60C}" presName="compositeNode" presStyleCnt="0">
        <dgm:presLayoutVars>
          <dgm:bulletEnabled val="1"/>
        </dgm:presLayoutVars>
      </dgm:prSet>
      <dgm:spPr/>
    </dgm:pt>
    <dgm:pt modelId="{02AA6975-5CB5-41C0-8907-33C97DE6F3CB}" type="pres">
      <dgm:prSet presAssocID="{D1849F04-949F-4710-8FCA-6854C5F9E60C}" presName="image" presStyleLbl="fgImgPlace1" presStyleIdx="1" presStyleCnt="4"/>
      <dgm:spPr>
        <a:blipFill rotWithShape="1"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2C89A783-59F8-4D79-AC2E-F4A5845CB383}" type="pres">
      <dgm:prSet presAssocID="{D1849F04-949F-4710-8FCA-6854C5F9E60C}" presName="childNode" presStyleLbl="node1" presStyleIdx="1" presStyleCnt="4">
        <dgm:presLayoutVars>
          <dgm:bulletEnabled val="1"/>
        </dgm:presLayoutVars>
      </dgm:prSet>
      <dgm:spPr/>
    </dgm:pt>
    <dgm:pt modelId="{DFE91475-F2D9-46C3-A145-027641A8E316}" type="pres">
      <dgm:prSet presAssocID="{D1849F04-949F-4710-8FCA-6854C5F9E60C}" presName="parentNode" presStyleLbl="revTx" presStyleIdx="1" presStyleCnt="4">
        <dgm:presLayoutVars>
          <dgm:chMax val="0"/>
          <dgm:bulletEnabled val="1"/>
        </dgm:presLayoutVars>
      </dgm:prSet>
      <dgm:spPr/>
    </dgm:pt>
    <dgm:pt modelId="{D634CFA5-5336-4140-966C-E2EADBDA142D}" type="pres">
      <dgm:prSet presAssocID="{51962605-944C-40DA-BA50-89E35B334084}" presName="sibTrans" presStyleCnt="0"/>
      <dgm:spPr/>
    </dgm:pt>
    <dgm:pt modelId="{4738EE7C-0561-429C-8921-539E9180D57C}" type="pres">
      <dgm:prSet presAssocID="{1928CF38-C458-44F6-8731-93CFF52CA85B}" presName="compositeNode" presStyleCnt="0">
        <dgm:presLayoutVars>
          <dgm:bulletEnabled val="1"/>
        </dgm:presLayoutVars>
      </dgm:prSet>
      <dgm:spPr/>
    </dgm:pt>
    <dgm:pt modelId="{B3DC7E49-5067-4734-9E98-317ED5C04E19}" type="pres">
      <dgm:prSet presAssocID="{1928CF38-C458-44F6-8731-93CFF52CA85B}" presName="image" presStyleLbl="fgImgPlace1" presStyleIdx="2" presStyleCnt="4"/>
      <dgm:spPr>
        <a:blipFill rotWithShape="1">
          <a:blip xmlns:r="http://schemas.openxmlformats.org/officeDocument/2006/relationships"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6BE67377-EAC9-4734-954B-1E537A799B15}" type="pres">
      <dgm:prSet presAssocID="{1928CF38-C458-44F6-8731-93CFF52CA85B}" presName="childNode" presStyleLbl="node1" presStyleIdx="2" presStyleCnt="4">
        <dgm:presLayoutVars>
          <dgm:bulletEnabled val="1"/>
        </dgm:presLayoutVars>
      </dgm:prSet>
      <dgm:spPr/>
    </dgm:pt>
    <dgm:pt modelId="{5449EB41-0645-48F3-9234-F3706D29AEE3}" type="pres">
      <dgm:prSet presAssocID="{1928CF38-C458-44F6-8731-93CFF52CA85B}" presName="parentNode" presStyleLbl="revTx" presStyleIdx="2" presStyleCnt="4">
        <dgm:presLayoutVars>
          <dgm:chMax val="0"/>
          <dgm:bulletEnabled val="1"/>
        </dgm:presLayoutVars>
      </dgm:prSet>
      <dgm:spPr/>
    </dgm:pt>
    <dgm:pt modelId="{F4BF2028-E0B1-45B9-B275-3126C9DBF21A}" type="pres">
      <dgm:prSet presAssocID="{957970E8-30F6-4DA4-87F6-2D3239AE936B}" presName="sibTrans" presStyleCnt="0"/>
      <dgm:spPr/>
    </dgm:pt>
    <dgm:pt modelId="{39F87AF4-95AB-4C11-94F5-10C477F62516}" type="pres">
      <dgm:prSet presAssocID="{E3B1EA5C-134A-4B68-81B4-49AD880EF9B4}" presName="compositeNode" presStyleCnt="0">
        <dgm:presLayoutVars>
          <dgm:bulletEnabled val="1"/>
        </dgm:presLayoutVars>
      </dgm:prSet>
      <dgm:spPr/>
    </dgm:pt>
    <dgm:pt modelId="{AA41627E-AAF0-4CB1-AFB2-3167053FDEAB}" type="pres">
      <dgm:prSet presAssocID="{E3B1EA5C-134A-4B68-81B4-49AD880EF9B4}" presName="image" presStyleLbl="fgImgPlace1" presStyleIdx="3" presStyleCnt="4"/>
      <dgm:spPr>
        <a:blipFill rotWithShape="1">
          <a:blip xmlns:r="http://schemas.openxmlformats.org/officeDocument/2006/relationships"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9E61AE9A-CDFA-4776-8074-2D4EBD752D75}" type="pres">
      <dgm:prSet presAssocID="{E3B1EA5C-134A-4B68-81B4-49AD880EF9B4}" presName="childNode" presStyleLbl="node1" presStyleIdx="3" presStyleCnt="4">
        <dgm:presLayoutVars>
          <dgm:bulletEnabled val="1"/>
        </dgm:presLayoutVars>
      </dgm:prSet>
      <dgm:spPr/>
    </dgm:pt>
    <dgm:pt modelId="{299D97A1-A6CE-459A-A499-0C9DCC83DFE4}" type="pres">
      <dgm:prSet presAssocID="{E3B1EA5C-134A-4B68-81B4-49AD880EF9B4}" presName="parentNode" presStyleLbl="revTx" presStyleIdx="3" presStyleCnt="4">
        <dgm:presLayoutVars>
          <dgm:chMax val="0"/>
          <dgm:bulletEnabled val="1"/>
        </dgm:presLayoutVars>
      </dgm:prSet>
      <dgm:spPr/>
    </dgm:pt>
  </dgm:ptLst>
  <dgm:cxnLst>
    <dgm:cxn modelId="{3C0A7802-277F-441C-9FEE-7822FF54C829}" type="presOf" srcId="{809A4A20-2D03-4A32-AE41-F064AECC3142}" destId="{9E61AE9A-CDFA-4776-8074-2D4EBD752D75}" srcOrd="0" destOrd="2" presId="urn:microsoft.com/office/officeart/2005/8/layout/hList2"/>
    <dgm:cxn modelId="{00BC0005-F9C1-4CB1-A38C-D90D22DBE900}" type="presOf" srcId="{AA319D5E-A70C-45D8-B392-1D344074ABC7}" destId="{6BE67377-EAC9-4734-954B-1E537A799B15}" srcOrd="0" destOrd="2" presId="urn:microsoft.com/office/officeart/2005/8/layout/hList2"/>
    <dgm:cxn modelId="{4FF34207-D63D-479B-891E-2F0AA31B8344}" srcId="{111F963F-4036-4873-A67D-9B991F4A95C2}" destId="{D1849F04-949F-4710-8FCA-6854C5F9E60C}" srcOrd="1" destOrd="0" parTransId="{56C78E80-0EB6-4D13-8233-0788DD4301B6}" sibTransId="{51962605-944C-40DA-BA50-89E35B334084}"/>
    <dgm:cxn modelId="{B594F007-8A1D-4EF6-9FB9-FED2C8D045BA}" srcId="{E3B1EA5C-134A-4B68-81B4-49AD880EF9B4}" destId="{809A4A20-2D03-4A32-AE41-F064AECC3142}" srcOrd="2" destOrd="0" parTransId="{9F10572B-321D-476D-AEA7-827A79F3B739}" sibTransId="{3BD4F946-3407-4863-91FE-2681E1442932}"/>
    <dgm:cxn modelId="{9A2D680E-909A-4EA3-ABB5-1FBAA4A125E1}" type="presOf" srcId="{D1849F04-949F-4710-8FCA-6854C5F9E60C}" destId="{DFE91475-F2D9-46C3-A145-027641A8E316}" srcOrd="0" destOrd="0" presId="urn:microsoft.com/office/officeart/2005/8/layout/hList2"/>
    <dgm:cxn modelId="{CAA7A20F-41A7-443F-854B-4A314C6D7D08}" type="presOf" srcId="{EED63585-D4F7-4142-92BD-FADD661C164A}" destId="{2C89A783-59F8-4D79-AC2E-F4A5845CB383}" srcOrd="0" destOrd="3" presId="urn:microsoft.com/office/officeart/2005/8/layout/hList2"/>
    <dgm:cxn modelId="{D7B7DF10-D95D-469E-879A-F56437583524}" type="presOf" srcId="{1928CF38-C458-44F6-8731-93CFF52CA85B}" destId="{5449EB41-0645-48F3-9234-F3706D29AEE3}" srcOrd="0" destOrd="0" presId="urn:microsoft.com/office/officeart/2005/8/layout/hList2"/>
    <dgm:cxn modelId="{6A96221B-A118-4A42-90B1-31AD8AAC76F3}" type="presOf" srcId="{629EB822-183C-4A20-AAD8-87F6B79A3FC6}" destId="{3ECBDE27-0084-42E2-BFC9-E0795D6DF208}" srcOrd="0" destOrd="0" presId="urn:microsoft.com/office/officeart/2005/8/layout/hList2"/>
    <dgm:cxn modelId="{19403A22-FB1F-4E52-B5D7-64A704D7AB08}" type="presOf" srcId="{C2794E74-8D75-42AC-A872-4A120BBFE191}" destId="{9E61AE9A-CDFA-4776-8074-2D4EBD752D75}" srcOrd="0" destOrd="0" presId="urn:microsoft.com/office/officeart/2005/8/layout/hList2"/>
    <dgm:cxn modelId="{86BC2E25-8095-4ACD-B182-5A4803069C5E}" type="presOf" srcId="{29B959DA-122F-4A58-9A45-E8B197B36EDF}" destId="{3ECBDE27-0084-42E2-BFC9-E0795D6DF208}" srcOrd="0" destOrd="1" presId="urn:microsoft.com/office/officeart/2005/8/layout/hList2"/>
    <dgm:cxn modelId="{0E706929-ED32-407F-AE14-749A18F2358D}" type="presOf" srcId="{6C153237-234D-49BA-83D0-D9E540C43ED9}" destId="{3ECBDE27-0084-42E2-BFC9-E0795D6DF208}" srcOrd="0" destOrd="2" presId="urn:microsoft.com/office/officeart/2005/8/layout/hList2"/>
    <dgm:cxn modelId="{6BAC172C-E007-40FE-B5F0-64DEB9C5C535}" srcId="{111F963F-4036-4873-A67D-9B991F4A95C2}" destId="{E3B1EA5C-134A-4B68-81B4-49AD880EF9B4}" srcOrd="3" destOrd="0" parTransId="{DB403E93-D52B-433B-BCFE-2CDF809F7474}" sibTransId="{34C02DD5-8D64-4E49-AD53-93637C762F90}"/>
    <dgm:cxn modelId="{7816EC2E-54A5-4D4F-A725-2CACC965E92A}" srcId="{1928CF38-C458-44F6-8731-93CFF52CA85B}" destId="{E747D976-4E5B-441D-BCAD-F4669E1ABB58}" srcOrd="0" destOrd="0" parTransId="{E101AE25-65FA-4E5D-8C4B-D821B9A520CD}" sibTransId="{88EA2070-1C23-492A-8053-CFCC57F5ED4B}"/>
    <dgm:cxn modelId="{02B4072F-ADC5-44C4-A1AF-6A916F0A95D3}" srcId="{1928CF38-C458-44F6-8731-93CFF52CA85B}" destId="{AA319D5E-A70C-45D8-B392-1D344074ABC7}" srcOrd="2" destOrd="0" parTransId="{0F7A4266-4196-4C34-A7D5-72EBB2CA90AC}" sibTransId="{0C3A0E05-A619-40DE-9BC7-2921C65544ED}"/>
    <dgm:cxn modelId="{C052F43D-7E4B-4E1E-87D9-3D67D6A44314}" srcId="{D1849F04-949F-4710-8FCA-6854C5F9E60C}" destId="{F63110AA-8855-45C0-BF28-63BC1D0D7D24}" srcOrd="0" destOrd="0" parTransId="{9448F40E-ED55-453F-B182-28C20B6565B1}" sibTransId="{CCD2DDC7-B005-4B74-9A61-7CAD2ADFB7EF}"/>
    <dgm:cxn modelId="{8F06083E-9D8C-45FB-895F-A46DC490BFA2}" srcId="{111F963F-4036-4873-A67D-9B991F4A95C2}" destId="{1928CF38-C458-44F6-8731-93CFF52CA85B}" srcOrd="2" destOrd="0" parTransId="{98487B79-1E8D-4811-8FD2-5B276939A168}" sibTransId="{957970E8-30F6-4DA4-87F6-2D3239AE936B}"/>
    <dgm:cxn modelId="{9271DF5D-602F-4FD5-8B38-CBBF530DBDDD}" type="presOf" srcId="{F91CB88F-EA6C-4CAD-AB1E-7AB297C1C268}" destId="{9E61AE9A-CDFA-4776-8074-2D4EBD752D75}" srcOrd="0" destOrd="3" presId="urn:microsoft.com/office/officeart/2005/8/layout/hList2"/>
    <dgm:cxn modelId="{AEEE4D4C-1FC7-4857-8E6A-FF9393C60365}" srcId="{D1849F04-949F-4710-8FCA-6854C5F9E60C}" destId="{5AF4FCF2-11BD-4262-9752-455445D4C3AE}" srcOrd="1" destOrd="0" parTransId="{586A0244-044E-42CA-9E76-5EDE240B04F5}" sibTransId="{994B68F0-838A-46F3-8036-99D1CE989049}"/>
    <dgm:cxn modelId="{03CCD44C-32EA-49AD-8AB3-99F35CFE38F6}" srcId="{E3B1EA5C-134A-4B68-81B4-49AD880EF9B4}" destId="{C2794E74-8D75-42AC-A872-4A120BBFE191}" srcOrd="0" destOrd="0" parTransId="{77972B56-EB20-4E4F-ADCC-83632AC89994}" sibTransId="{5B7AD238-AD24-4E92-BBB4-3DD6D12AFF3F}"/>
    <dgm:cxn modelId="{143DE96D-5A01-47CF-90B4-6A89E16439D5}" type="presOf" srcId="{7C1DDE9C-9544-47F2-98F0-72B14F755621}" destId="{CBF17CF8-E007-4F1D-862D-A2ADFF191178}" srcOrd="0" destOrd="0" presId="urn:microsoft.com/office/officeart/2005/8/layout/hList2"/>
    <dgm:cxn modelId="{9E59894F-B803-4FC0-BD19-C9C79DD69986}" type="presOf" srcId="{899FC414-8EF4-46EC-B02D-805E491A1F4C}" destId="{9E61AE9A-CDFA-4776-8074-2D4EBD752D75}" srcOrd="0" destOrd="1" presId="urn:microsoft.com/office/officeart/2005/8/layout/hList2"/>
    <dgm:cxn modelId="{47FB51AF-419F-4FC7-AFF1-D9798A06E1D7}" srcId="{D1849F04-949F-4710-8FCA-6854C5F9E60C}" destId="{EED63585-D4F7-4142-92BD-FADD661C164A}" srcOrd="3" destOrd="0" parTransId="{71AFBBBC-234D-4088-B424-9977583FC895}" sibTransId="{B5AEAD80-2412-4434-A297-ECB8467C76E5}"/>
    <dgm:cxn modelId="{B1B2E6AF-E0F9-4160-B774-B98C7003EE34}" srcId="{7C1DDE9C-9544-47F2-98F0-72B14F755621}" destId="{6C153237-234D-49BA-83D0-D9E540C43ED9}" srcOrd="2" destOrd="0" parTransId="{5C0CF01F-DDF7-4FCB-9A3F-D45BD8E0AC77}" sibTransId="{32B2CCB8-AFB0-4AC2-9373-09F14EEC8042}"/>
    <dgm:cxn modelId="{5292D9B4-4540-4165-A0E6-8E48F67EA463}" srcId="{111F963F-4036-4873-A67D-9B991F4A95C2}" destId="{7C1DDE9C-9544-47F2-98F0-72B14F755621}" srcOrd="0" destOrd="0" parTransId="{4BE9C34F-D05E-4B0E-84BD-D8312EB6D39B}" sibTransId="{4F48239E-CE94-4BD5-B1CE-0D1C7D7F73AA}"/>
    <dgm:cxn modelId="{2C51E6B4-BD80-4DC3-9E57-952D50076377}" type="presOf" srcId="{E3B1EA5C-134A-4B68-81B4-49AD880EF9B4}" destId="{299D97A1-A6CE-459A-A499-0C9DCC83DFE4}" srcOrd="0" destOrd="0" presId="urn:microsoft.com/office/officeart/2005/8/layout/hList2"/>
    <dgm:cxn modelId="{5D0890B8-1909-4E23-A07F-2EF24F071E67}" type="presOf" srcId="{5AF4FCF2-11BD-4262-9752-455445D4C3AE}" destId="{2C89A783-59F8-4D79-AC2E-F4A5845CB383}" srcOrd="0" destOrd="1" presId="urn:microsoft.com/office/officeart/2005/8/layout/hList2"/>
    <dgm:cxn modelId="{4AFA94BA-D7B2-4118-AA25-7A52184DBC9A}" srcId="{D1849F04-949F-4710-8FCA-6854C5F9E60C}" destId="{63AC7E2C-7C80-4C8C-B867-CD0C60C5B4C6}" srcOrd="2" destOrd="0" parTransId="{CC15E763-770F-455D-9749-6ED2E99A96CA}" sibTransId="{475F36E1-3C32-4FBC-9909-4E4FF7829B7C}"/>
    <dgm:cxn modelId="{C5F8D0BE-E1EE-4A0E-853A-7D580E2DBDE2}" type="presOf" srcId="{63AC7E2C-7C80-4C8C-B867-CD0C60C5B4C6}" destId="{2C89A783-59F8-4D79-AC2E-F4A5845CB383}" srcOrd="0" destOrd="2" presId="urn:microsoft.com/office/officeart/2005/8/layout/hList2"/>
    <dgm:cxn modelId="{AE7ABECC-E83A-4EE1-A781-6D054C69B846}" srcId="{7C1DDE9C-9544-47F2-98F0-72B14F755621}" destId="{29B959DA-122F-4A58-9A45-E8B197B36EDF}" srcOrd="1" destOrd="0" parTransId="{41BA935E-E25D-408C-92DD-C6E463BAA97A}" sibTransId="{AA67BD9E-EC25-443F-99D2-F4301154DFD3}"/>
    <dgm:cxn modelId="{FC63EFCE-F04B-4945-9C28-0D1253F22FD7}" srcId="{E3B1EA5C-134A-4B68-81B4-49AD880EF9B4}" destId="{899FC414-8EF4-46EC-B02D-805E491A1F4C}" srcOrd="1" destOrd="0" parTransId="{4EF3590C-5BE4-4E8E-90A8-87F82463A2BB}" sibTransId="{09E14D74-6812-4F6B-AFB8-A461CABC9A48}"/>
    <dgm:cxn modelId="{BA521ADB-4143-4FA7-B844-AD06CF7B40F2}" srcId="{1928CF38-C458-44F6-8731-93CFF52CA85B}" destId="{54965122-BB41-45EA-BED7-8C71FAA6874D}" srcOrd="1" destOrd="0" parTransId="{9C6255A3-E9BF-4D61-AE8A-BBEA7ECFC1DB}" sibTransId="{4989CA13-7E86-451B-B029-2E4CBDBE6A1E}"/>
    <dgm:cxn modelId="{A7AD8AE9-A298-476C-9DB7-85F2E64038CB}" type="presOf" srcId="{F63110AA-8855-45C0-BF28-63BC1D0D7D24}" destId="{2C89A783-59F8-4D79-AC2E-F4A5845CB383}" srcOrd="0" destOrd="0" presId="urn:microsoft.com/office/officeart/2005/8/layout/hList2"/>
    <dgm:cxn modelId="{87E1CEEA-5340-4750-9CCB-CD786990F643}" type="presOf" srcId="{111F963F-4036-4873-A67D-9B991F4A95C2}" destId="{E227BCA3-06E3-48A5-9475-153EC38E951A}" srcOrd="0" destOrd="0" presId="urn:microsoft.com/office/officeart/2005/8/layout/hList2"/>
    <dgm:cxn modelId="{8455E3EF-355C-4EF4-82C5-9139C9D9CAB0}" srcId="{7C1DDE9C-9544-47F2-98F0-72B14F755621}" destId="{629EB822-183C-4A20-AAD8-87F6B79A3FC6}" srcOrd="0" destOrd="0" parTransId="{4088A29E-90A0-41E9-A558-9C878265C0F3}" sibTransId="{54C79BBA-3C00-4436-9316-8BE808C3DF73}"/>
    <dgm:cxn modelId="{A52583F3-FEE1-4192-81FD-1EEFDC5DA00C}" type="presOf" srcId="{54965122-BB41-45EA-BED7-8C71FAA6874D}" destId="{6BE67377-EAC9-4734-954B-1E537A799B15}" srcOrd="0" destOrd="1" presId="urn:microsoft.com/office/officeart/2005/8/layout/hList2"/>
    <dgm:cxn modelId="{10D561F4-1389-4B7E-926D-EF64DFBAD758}" type="presOf" srcId="{E747D976-4E5B-441D-BCAD-F4669E1ABB58}" destId="{6BE67377-EAC9-4734-954B-1E537A799B15}" srcOrd="0" destOrd="0" presId="urn:microsoft.com/office/officeart/2005/8/layout/hList2"/>
    <dgm:cxn modelId="{EAA1F2FE-B48F-4069-A84F-EDA84D24F47B}" srcId="{E3B1EA5C-134A-4B68-81B4-49AD880EF9B4}" destId="{F91CB88F-EA6C-4CAD-AB1E-7AB297C1C268}" srcOrd="3" destOrd="0" parTransId="{1C934581-B9B5-4AB3-A58A-091E04061A34}" sibTransId="{92AC226A-A0F0-4EF6-A433-20D041CCFBD1}"/>
    <dgm:cxn modelId="{43CC513B-B6B0-4768-8258-7DE23725413E}" type="presParOf" srcId="{E227BCA3-06E3-48A5-9475-153EC38E951A}" destId="{852F7BD3-05D4-4434-B9D0-850CD46AADF1}" srcOrd="0" destOrd="0" presId="urn:microsoft.com/office/officeart/2005/8/layout/hList2"/>
    <dgm:cxn modelId="{CC8B4FFB-CC65-4FFF-AE7E-D244EABD7322}" type="presParOf" srcId="{852F7BD3-05D4-4434-B9D0-850CD46AADF1}" destId="{844DACD8-51A5-460E-BCD3-BD7251709EB8}" srcOrd="0" destOrd="0" presId="urn:microsoft.com/office/officeart/2005/8/layout/hList2"/>
    <dgm:cxn modelId="{5001D207-338B-4F2A-A0CF-283F0771039F}" type="presParOf" srcId="{852F7BD3-05D4-4434-B9D0-850CD46AADF1}" destId="{3ECBDE27-0084-42E2-BFC9-E0795D6DF208}" srcOrd="1" destOrd="0" presId="urn:microsoft.com/office/officeart/2005/8/layout/hList2"/>
    <dgm:cxn modelId="{AF51AF7A-EDA8-43E3-9140-4D97647F5975}" type="presParOf" srcId="{852F7BD3-05D4-4434-B9D0-850CD46AADF1}" destId="{CBF17CF8-E007-4F1D-862D-A2ADFF191178}" srcOrd="2" destOrd="0" presId="urn:microsoft.com/office/officeart/2005/8/layout/hList2"/>
    <dgm:cxn modelId="{1C1B6328-36F6-4DA6-9EA1-A5878D4EC620}" type="presParOf" srcId="{E227BCA3-06E3-48A5-9475-153EC38E951A}" destId="{28D19C17-9A3A-4C3F-9DA7-45D3386A998D}" srcOrd="1" destOrd="0" presId="urn:microsoft.com/office/officeart/2005/8/layout/hList2"/>
    <dgm:cxn modelId="{68CDE5C4-8032-479D-9498-F75C96C2B9AE}" type="presParOf" srcId="{E227BCA3-06E3-48A5-9475-153EC38E951A}" destId="{808A5671-CBCD-4441-9C3F-8A82527FE061}" srcOrd="2" destOrd="0" presId="urn:microsoft.com/office/officeart/2005/8/layout/hList2"/>
    <dgm:cxn modelId="{CB201500-2C28-4C7D-94D0-AC1D76F304D9}" type="presParOf" srcId="{808A5671-CBCD-4441-9C3F-8A82527FE061}" destId="{02AA6975-5CB5-41C0-8907-33C97DE6F3CB}" srcOrd="0" destOrd="0" presId="urn:microsoft.com/office/officeart/2005/8/layout/hList2"/>
    <dgm:cxn modelId="{CC95E350-0383-4F10-A818-8D791A8E723C}" type="presParOf" srcId="{808A5671-CBCD-4441-9C3F-8A82527FE061}" destId="{2C89A783-59F8-4D79-AC2E-F4A5845CB383}" srcOrd="1" destOrd="0" presId="urn:microsoft.com/office/officeart/2005/8/layout/hList2"/>
    <dgm:cxn modelId="{662EC862-AD01-40AA-8E7B-D77797D140FC}" type="presParOf" srcId="{808A5671-CBCD-4441-9C3F-8A82527FE061}" destId="{DFE91475-F2D9-46C3-A145-027641A8E316}" srcOrd="2" destOrd="0" presId="urn:microsoft.com/office/officeart/2005/8/layout/hList2"/>
    <dgm:cxn modelId="{1706C35E-AAFD-4EC4-AF14-1969A17849E7}" type="presParOf" srcId="{E227BCA3-06E3-48A5-9475-153EC38E951A}" destId="{D634CFA5-5336-4140-966C-E2EADBDA142D}" srcOrd="3" destOrd="0" presId="urn:microsoft.com/office/officeart/2005/8/layout/hList2"/>
    <dgm:cxn modelId="{F22BDF09-81B8-49BB-9FE8-0EE3EEDB6EF3}" type="presParOf" srcId="{E227BCA3-06E3-48A5-9475-153EC38E951A}" destId="{4738EE7C-0561-429C-8921-539E9180D57C}" srcOrd="4" destOrd="0" presId="urn:microsoft.com/office/officeart/2005/8/layout/hList2"/>
    <dgm:cxn modelId="{5B9CF01B-167C-470A-9EE3-7860D1DF9446}" type="presParOf" srcId="{4738EE7C-0561-429C-8921-539E9180D57C}" destId="{B3DC7E49-5067-4734-9E98-317ED5C04E19}" srcOrd="0" destOrd="0" presId="urn:microsoft.com/office/officeart/2005/8/layout/hList2"/>
    <dgm:cxn modelId="{22B3EBD1-15A9-40B6-AB45-2244A1ADF79C}" type="presParOf" srcId="{4738EE7C-0561-429C-8921-539E9180D57C}" destId="{6BE67377-EAC9-4734-954B-1E537A799B15}" srcOrd="1" destOrd="0" presId="urn:microsoft.com/office/officeart/2005/8/layout/hList2"/>
    <dgm:cxn modelId="{79B2FCD5-2D1F-4AC5-82ED-65147D88AB64}" type="presParOf" srcId="{4738EE7C-0561-429C-8921-539E9180D57C}" destId="{5449EB41-0645-48F3-9234-F3706D29AEE3}" srcOrd="2" destOrd="0" presId="urn:microsoft.com/office/officeart/2005/8/layout/hList2"/>
    <dgm:cxn modelId="{A6A4682A-DF6D-4F54-81C8-A8F055E4BF98}" type="presParOf" srcId="{E227BCA3-06E3-48A5-9475-153EC38E951A}" destId="{F4BF2028-E0B1-45B9-B275-3126C9DBF21A}" srcOrd="5" destOrd="0" presId="urn:microsoft.com/office/officeart/2005/8/layout/hList2"/>
    <dgm:cxn modelId="{947EA21B-00C2-4507-8313-CE80EEB97778}" type="presParOf" srcId="{E227BCA3-06E3-48A5-9475-153EC38E951A}" destId="{39F87AF4-95AB-4C11-94F5-10C477F62516}" srcOrd="6" destOrd="0" presId="urn:microsoft.com/office/officeart/2005/8/layout/hList2"/>
    <dgm:cxn modelId="{8BCCA251-06BA-4057-AF06-A99F737E343A}" type="presParOf" srcId="{39F87AF4-95AB-4C11-94F5-10C477F62516}" destId="{AA41627E-AAF0-4CB1-AFB2-3167053FDEAB}" srcOrd="0" destOrd="0" presId="urn:microsoft.com/office/officeart/2005/8/layout/hList2"/>
    <dgm:cxn modelId="{BC722848-FECC-4F7F-94C8-A7285B091F54}" type="presParOf" srcId="{39F87AF4-95AB-4C11-94F5-10C477F62516}" destId="{9E61AE9A-CDFA-4776-8074-2D4EBD752D75}" srcOrd="1" destOrd="0" presId="urn:microsoft.com/office/officeart/2005/8/layout/hList2"/>
    <dgm:cxn modelId="{E0B5B4D3-446A-47BC-AAFF-BE1E11AAA592}" type="presParOf" srcId="{39F87AF4-95AB-4C11-94F5-10C477F62516}" destId="{299D97A1-A6CE-459A-A499-0C9DCC83DFE4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CA2497D-F4FD-4534-8D41-58A411A705A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ru-RU"/>
        </a:p>
      </dgm:t>
    </dgm:pt>
    <dgm:pt modelId="{4437D14E-93F7-4B97-869F-A0D638A55BFE}">
      <dgm:prSet phldrT="[Текст]"/>
      <dgm:spPr/>
      <dgm:t>
        <a:bodyPr/>
        <a:lstStyle/>
        <a:p>
          <a:r>
            <a:rPr lang="en-US" dirty="0"/>
            <a:t>Bullet</a:t>
          </a:r>
          <a:endParaRPr lang="ru-RU" dirty="0"/>
        </a:p>
      </dgm:t>
    </dgm:pt>
    <dgm:pt modelId="{63888E98-D35D-4F92-A732-D13D98DACFB3}" type="parTrans" cxnId="{98F3FA9F-E076-464C-B226-ABC957962FC4}">
      <dgm:prSet/>
      <dgm:spPr/>
      <dgm:t>
        <a:bodyPr/>
        <a:lstStyle/>
        <a:p>
          <a:endParaRPr lang="ru-RU"/>
        </a:p>
      </dgm:t>
    </dgm:pt>
    <dgm:pt modelId="{88F3D677-7EAB-4443-B003-F1ECB918C38E}" type="sibTrans" cxnId="{98F3FA9F-E076-464C-B226-ABC957962FC4}">
      <dgm:prSet/>
      <dgm:spPr/>
      <dgm:t>
        <a:bodyPr/>
        <a:lstStyle/>
        <a:p>
          <a:endParaRPr lang="ru-RU"/>
        </a:p>
      </dgm:t>
    </dgm:pt>
    <dgm:pt modelId="{BD63AC90-C298-4440-94D9-B96C57AA9E7A}">
      <dgm:prSet phldrT="[Текст]"/>
      <dgm:spPr/>
      <dgm:t>
        <a:bodyPr/>
        <a:lstStyle/>
        <a:p>
          <a:r>
            <a:rPr lang="ru-RU" dirty="0"/>
            <a:t>Обычная пуля</a:t>
          </a:r>
        </a:p>
      </dgm:t>
    </dgm:pt>
    <dgm:pt modelId="{A50F24A9-0315-49A5-A198-EDE57B565663}" type="parTrans" cxnId="{439A1A2D-778F-4D60-B0B7-EA3C05A39361}">
      <dgm:prSet/>
      <dgm:spPr/>
      <dgm:t>
        <a:bodyPr/>
        <a:lstStyle/>
        <a:p>
          <a:endParaRPr lang="ru-RU"/>
        </a:p>
      </dgm:t>
    </dgm:pt>
    <dgm:pt modelId="{8347CD4F-E466-4A25-83A3-BA9C2469EBB8}" type="sibTrans" cxnId="{439A1A2D-778F-4D60-B0B7-EA3C05A39361}">
      <dgm:prSet/>
      <dgm:spPr/>
      <dgm:t>
        <a:bodyPr/>
        <a:lstStyle/>
        <a:p>
          <a:endParaRPr lang="ru-RU"/>
        </a:p>
      </dgm:t>
    </dgm:pt>
    <dgm:pt modelId="{9116499B-5015-4CF1-884E-802F3922DCB1}">
      <dgm:prSet phldrT="[Текст]"/>
      <dgm:spPr>
        <a:solidFill>
          <a:srgbClr val="FF0000"/>
        </a:solidFill>
      </dgm:spPr>
      <dgm:t>
        <a:bodyPr/>
        <a:lstStyle/>
        <a:p>
          <a:r>
            <a:rPr lang="en-US" dirty="0" err="1"/>
            <a:t>ExplosiveBullet</a:t>
          </a:r>
          <a:endParaRPr lang="ru-RU" dirty="0"/>
        </a:p>
      </dgm:t>
    </dgm:pt>
    <dgm:pt modelId="{12AA12B6-B6D1-4481-9FFC-0852918572D2}" type="parTrans" cxnId="{8F1D152B-B091-426B-A457-8EE1CEC84109}">
      <dgm:prSet/>
      <dgm:spPr/>
      <dgm:t>
        <a:bodyPr/>
        <a:lstStyle/>
        <a:p>
          <a:endParaRPr lang="ru-RU"/>
        </a:p>
      </dgm:t>
    </dgm:pt>
    <dgm:pt modelId="{76942EB0-BEB4-4579-B5F8-59BCDF588D04}" type="sibTrans" cxnId="{8F1D152B-B091-426B-A457-8EE1CEC84109}">
      <dgm:prSet/>
      <dgm:spPr/>
      <dgm:t>
        <a:bodyPr/>
        <a:lstStyle/>
        <a:p>
          <a:endParaRPr lang="ru-RU"/>
        </a:p>
      </dgm:t>
    </dgm:pt>
    <dgm:pt modelId="{A2124C98-4520-4D8F-B82C-5ED2640E90AD}">
      <dgm:prSet phldrT="[Текст]"/>
      <dgm:spPr/>
      <dgm:t>
        <a:bodyPr/>
        <a:lstStyle/>
        <a:p>
          <a:r>
            <a:rPr lang="ru-RU" dirty="0"/>
            <a:t>Пуля с уроном по области</a:t>
          </a:r>
        </a:p>
      </dgm:t>
    </dgm:pt>
    <dgm:pt modelId="{5C30390D-EF40-4FA6-90F7-3FDCE139D6CA}" type="parTrans" cxnId="{47EC92CA-6B0B-4BEB-A397-6F39173D7DD2}">
      <dgm:prSet/>
      <dgm:spPr/>
      <dgm:t>
        <a:bodyPr/>
        <a:lstStyle/>
        <a:p>
          <a:endParaRPr lang="ru-RU"/>
        </a:p>
      </dgm:t>
    </dgm:pt>
    <dgm:pt modelId="{B0A0240B-BB63-4106-8A70-6C6CEC805554}" type="sibTrans" cxnId="{47EC92CA-6B0B-4BEB-A397-6F39173D7DD2}">
      <dgm:prSet/>
      <dgm:spPr/>
      <dgm:t>
        <a:bodyPr/>
        <a:lstStyle/>
        <a:p>
          <a:endParaRPr lang="ru-RU"/>
        </a:p>
      </dgm:t>
    </dgm:pt>
    <dgm:pt modelId="{EB25443E-2E95-4287-9AE4-631E267AD28D}" type="pres">
      <dgm:prSet presAssocID="{CCA2497D-F4FD-4534-8D41-58A411A705A4}" presName="linear" presStyleCnt="0">
        <dgm:presLayoutVars>
          <dgm:animLvl val="lvl"/>
          <dgm:resizeHandles val="exact"/>
        </dgm:presLayoutVars>
      </dgm:prSet>
      <dgm:spPr/>
    </dgm:pt>
    <dgm:pt modelId="{747AB4BB-08DF-4D64-9224-00329DC6AB75}" type="pres">
      <dgm:prSet presAssocID="{4437D14E-93F7-4B97-869F-A0D638A55BFE}" presName="parentText" presStyleLbl="node1" presStyleIdx="0" presStyleCnt="2">
        <dgm:presLayoutVars>
          <dgm:chMax val="0"/>
          <dgm:bulletEnabled val="1"/>
        </dgm:presLayoutVars>
      </dgm:prSet>
      <dgm:spPr>
        <a:prstGeom prst="snip2DiagRect">
          <a:avLst/>
        </a:prstGeom>
      </dgm:spPr>
    </dgm:pt>
    <dgm:pt modelId="{0A7831B4-A259-4DF9-BB50-D2F1A8CC8C53}" type="pres">
      <dgm:prSet presAssocID="{4437D14E-93F7-4B97-869F-A0D638A55BFE}" presName="childText" presStyleLbl="revTx" presStyleIdx="0" presStyleCnt="2">
        <dgm:presLayoutVars>
          <dgm:bulletEnabled val="1"/>
        </dgm:presLayoutVars>
      </dgm:prSet>
      <dgm:spPr/>
    </dgm:pt>
    <dgm:pt modelId="{B5FB348B-A06F-4212-8CE0-FE7544C448CF}" type="pres">
      <dgm:prSet presAssocID="{9116499B-5015-4CF1-884E-802F3922DCB1}" presName="parentText" presStyleLbl="node1" presStyleIdx="1" presStyleCnt="2">
        <dgm:presLayoutVars>
          <dgm:chMax val="0"/>
          <dgm:bulletEnabled val="1"/>
        </dgm:presLayoutVars>
      </dgm:prSet>
      <dgm:spPr>
        <a:prstGeom prst="snip2DiagRect">
          <a:avLst/>
        </a:prstGeom>
      </dgm:spPr>
    </dgm:pt>
    <dgm:pt modelId="{68033EC3-EA05-4B95-92B4-DCFAE83510A6}" type="pres">
      <dgm:prSet presAssocID="{9116499B-5015-4CF1-884E-802F3922DCB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F1D152B-B091-426B-A457-8EE1CEC84109}" srcId="{CCA2497D-F4FD-4534-8D41-58A411A705A4}" destId="{9116499B-5015-4CF1-884E-802F3922DCB1}" srcOrd="1" destOrd="0" parTransId="{12AA12B6-B6D1-4481-9FFC-0852918572D2}" sibTransId="{76942EB0-BEB4-4579-B5F8-59BCDF588D04}"/>
    <dgm:cxn modelId="{439A1A2D-778F-4D60-B0B7-EA3C05A39361}" srcId="{4437D14E-93F7-4B97-869F-A0D638A55BFE}" destId="{BD63AC90-C298-4440-94D9-B96C57AA9E7A}" srcOrd="0" destOrd="0" parTransId="{A50F24A9-0315-49A5-A198-EDE57B565663}" sibTransId="{8347CD4F-E466-4A25-83A3-BA9C2469EBB8}"/>
    <dgm:cxn modelId="{98F3FA9F-E076-464C-B226-ABC957962FC4}" srcId="{CCA2497D-F4FD-4534-8D41-58A411A705A4}" destId="{4437D14E-93F7-4B97-869F-A0D638A55BFE}" srcOrd="0" destOrd="0" parTransId="{63888E98-D35D-4F92-A732-D13D98DACFB3}" sibTransId="{88F3D677-7EAB-4443-B003-F1ECB918C38E}"/>
    <dgm:cxn modelId="{6BF58BA0-6EF1-417D-8E42-B17EFD0002E9}" type="presOf" srcId="{BD63AC90-C298-4440-94D9-B96C57AA9E7A}" destId="{0A7831B4-A259-4DF9-BB50-D2F1A8CC8C53}" srcOrd="0" destOrd="0" presId="urn:microsoft.com/office/officeart/2005/8/layout/vList2"/>
    <dgm:cxn modelId="{9C8C0AC2-C63D-467D-A3D8-E9B35554892B}" type="presOf" srcId="{CCA2497D-F4FD-4534-8D41-58A411A705A4}" destId="{EB25443E-2E95-4287-9AE4-631E267AD28D}" srcOrd="0" destOrd="0" presId="urn:microsoft.com/office/officeart/2005/8/layout/vList2"/>
    <dgm:cxn modelId="{47EC92CA-6B0B-4BEB-A397-6F39173D7DD2}" srcId="{9116499B-5015-4CF1-884E-802F3922DCB1}" destId="{A2124C98-4520-4D8F-B82C-5ED2640E90AD}" srcOrd="0" destOrd="0" parTransId="{5C30390D-EF40-4FA6-90F7-3FDCE139D6CA}" sibTransId="{B0A0240B-BB63-4106-8A70-6C6CEC805554}"/>
    <dgm:cxn modelId="{E7CA5DCD-BF08-4577-8E1E-83A3D571FC55}" type="presOf" srcId="{A2124C98-4520-4D8F-B82C-5ED2640E90AD}" destId="{68033EC3-EA05-4B95-92B4-DCFAE83510A6}" srcOrd="0" destOrd="0" presId="urn:microsoft.com/office/officeart/2005/8/layout/vList2"/>
    <dgm:cxn modelId="{F41BAAE6-01D1-437F-8DFB-7BAFA0803417}" type="presOf" srcId="{9116499B-5015-4CF1-884E-802F3922DCB1}" destId="{B5FB348B-A06F-4212-8CE0-FE7544C448CF}" srcOrd="0" destOrd="0" presId="urn:microsoft.com/office/officeart/2005/8/layout/vList2"/>
    <dgm:cxn modelId="{DA78F3F9-6C8D-46C5-BBD3-961497DD67BB}" type="presOf" srcId="{4437D14E-93F7-4B97-869F-A0D638A55BFE}" destId="{747AB4BB-08DF-4D64-9224-00329DC6AB75}" srcOrd="0" destOrd="0" presId="urn:microsoft.com/office/officeart/2005/8/layout/vList2"/>
    <dgm:cxn modelId="{C41F34B9-C5A5-4B34-AB96-5E7840498D6C}" type="presParOf" srcId="{EB25443E-2E95-4287-9AE4-631E267AD28D}" destId="{747AB4BB-08DF-4D64-9224-00329DC6AB75}" srcOrd="0" destOrd="0" presId="urn:microsoft.com/office/officeart/2005/8/layout/vList2"/>
    <dgm:cxn modelId="{552811D6-1B2D-486C-B4E7-996AE6E4CBD2}" type="presParOf" srcId="{EB25443E-2E95-4287-9AE4-631E267AD28D}" destId="{0A7831B4-A259-4DF9-BB50-D2F1A8CC8C53}" srcOrd="1" destOrd="0" presId="urn:microsoft.com/office/officeart/2005/8/layout/vList2"/>
    <dgm:cxn modelId="{810D4CDF-3419-4B58-9F8D-50D7EA32798D}" type="presParOf" srcId="{EB25443E-2E95-4287-9AE4-631E267AD28D}" destId="{B5FB348B-A06F-4212-8CE0-FE7544C448CF}" srcOrd="2" destOrd="0" presId="urn:microsoft.com/office/officeart/2005/8/layout/vList2"/>
    <dgm:cxn modelId="{D61BF21F-38C3-4C23-AC3F-352661DA5EFE}" type="presParOf" srcId="{EB25443E-2E95-4287-9AE4-631E267AD28D}" destId="{68033EC3-EA05-4B95-92B4-DCFAE83510A6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11F963F-4036-4873-A67D-9B991F4A95C2}" type="doc">
      <dgm:prSet loTypeId="urn:microsoft.com/office/officeart/2005/8/layout/h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ru-RU"/>
        </a:p>
      </dgm:t>
    </dgm:pt>
    <dgm:pt modelId="{7C1DDE9C-9544-47F2-98F0-72B14F755621}">
      <dgm:prSet phldrT="[Текст]"/>
      <dgm:spPr/>
      <dgm:t>
        <a:bodyPr/>
        <a:lstStyle/>
        <a:p>
          <a:r>
            <a:rPr lang="en-US" dirty="0" err="1">
              <a:solidFill>
                <a:srgbClr val="A9DB00"/>
              </a:solidFill>
              <a:latin typeface="Bahnschrift SemiBold" panose="020B0502040204020203" pitchFamily="34" charset="0"/>
            </a:rPr>
            <a:t>BasicEnemy</a:t>
          </a:r>
          <a:endParaRPr lang="ru-RU" dirty="0">
            <a:solidFill>
              <a:srgbClr val="A9DB00"/>
            </a:solidFill>
            <a:latin typeface="Bahnschrift SemiBold" panose="020B0502040204020203" pitchFamily="34" charset="0"/>
          </a:endParaRPr>
        </a:p>
      </dgm:t>
    </dgm:pt>
    <dgm:pt modelId="{4BE9C34F-D05E-4B0E-84BD-D8312EB6D39B}" type="parTrans" cxnId="{5292D9B4-4540-4165-A0E6-8E48F67EA463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4F48239E-CE94-4BD5-B1CE-0D1C7D7F73AA}" type="sibTrans" cxnId="{5292D9B4-4540-4165-A0E6-8E48F67EA463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629EB822-183C-4A20-AAD8-87F6B79A3FC6}">
      <dgm:prSet phldrT="[Текст]"/>
      <dgm:spPr>
        <a:solidFill>
          <a:srgbClr val="A9DB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Умеренное количество здоровья</a:t>
          </a:r>
        </a:p>
      </dgm:t>
    </dgm:pt>
    <dgm:pt modelId="{4088A29E-90A0-41E9-A558-9C878265C0F3}" type="parTrans" cxnId="{8455E3EF-355C-4EF4-82C5-9139C9D9CAB0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54C79BBA-3C00-4436-9316-8BE808C3DF73}" type="sibTrans" cxnId="{8455E3EF-355C-4EF4-82C5-9139C9D9CAB0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29B959DA-122F-4A58-9A45-E8B197B36EDF}">
      <dgm:prSet phldrT="[Текст]"/>
      <dgm:spPr>
        <a:solidFill>
          <a:srgbClr val="A9DB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Низкое бронирование</a:t>
          </a:r>
        </a:p>
      </dgm:t>
    </dgm:pt>
    <dgm:pt modelId="{41BA935E-E25D-408C-92DD-C6E463BAA97A}" type="parTrans" cxnId="{AE7ABECC-E83A-4EE1-A781-6D054C69B846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AA67BD9E-EC25-443F-99D2-F4301154DFD3}" type="sibTrans" cxnId="{AE7ABECC-E83A-4EE1-A781-6D054C69B846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D1849F04-949F-4710-8FCA-6854C5F9E60C}">
      <dgm:prSet phldrT="[Текст]"/>
      <dgm:spPr/>
      <dgm:t>
        <a:bodyPr/>
        <a:lstStyle/>
        <a:p>
          <a:r>
            <a:rPr lang="en-US" dirty="0" err="1">
              <a:solidFill>
                <a:srgbClr val="E7D500"/>
              </a:solidFill>
              <a:latin typeface="Bahnschrift SemiBold" panose="020B0502040204020203" pitchFamily="34" charset="0"/>
            </a:rPr>
            <a:t>FastEnemy</a:t>
          </a:r>
          <a:endParaRPr lang="ru-RU" dirty="0">
            <a:solidFill>
              <a:srgbClr val="E7D500"/>
            </a:solidFill>
            <a:latin typeface="Bahnschrift SemiBold" panose="020B0502040204020203" pitchFamily="34" charset="0"/>
          </a:endParaRPr>
        </a:p>
      </dgm:t>
    </dgm:pt>
    <dgm:pt modelId="{56C78E80-0EB6-4D13-8233-0788DD4301B6}" type="parTrans" cxnId="{4FF34207-D63D-479B-891E-2F0AA31B8344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51962605-944C-40DA-BA50-89E35B334084}" type="sibTrans" cxnId="{4FF34207-D63D-479B-891E-2F0AA31B8344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F63110AA-8855-45C0-BF28-63BC1D0D7D24}">
      <dgm:prSet phldrT="[Текст]"/>
      <dgm:spPr>
        <a:solidFill>
          <a:srgbClr val="E7D5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Малое количество здоровья</a:t>
          </a:r>
        </a:p>
      </dgm:t>
    </dgm:pt>
    <dgm:pt modelId="{9448F40E-ED55-453F-B182-28C20B6565B1}" type="parTrans" cxnId="{C052F43D-7E4B-4E1E-87D9-3D67D6A44314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CCD2DDC7-B005-4B74-9A61-7CAD2ADFB7EF}" type="sibTrans" cxnId="{C052F43D-7E4B-4E1E-87D9-3D67D6A44314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1928CF38-C458-44F6-8731-93CFF52CA85B}">
      <dgm:prSet phldrT="[Текст]"/>
      <dgm:spPr/>
      <dgm:t>
        <a:bodyPr/>
        <a:lstStyle/>
        <a:p>
          <a:r>
            <a:rPr lang="en-US" dirty="0" err="1">
              <a:solidFill>
                <a:srgbClr val="D60000"/>
              </a:solidFill>
              <a:latin typeface="Bahnschrift SemiBold" panose="020B0502040204020203" pitchFamily="34" charset="0"/>
            </a:rPr>
            <a:t>BigEnemy</a:t>
          </a:r>
          <a:endParaRPr lang="ru-RU" dirty="0">
            <a:solidFill>
              <a:srgbClr val="D60000"/>
            </a:solidFill>
            <a:latin typeface="Bahnschrift SemiBold" panose="020B0502040204020203" pitchFamily="34" charset="0"/>
          </a:endParaRPr>
        </a:p>
      </dgm:t>
    </dgm:pt>
    <dgm:pt modelId="{98487B79-1E8D-4811-8FD2-5B276939A168}" type="parTrans" cxnId="{8F06083E-9D8C-45FB-895F-A46DC490BFA2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957970E8-30F6-4DA4-87F6-2D3239AE936B}" type="sibTrans" cxnId="{8F06083E-9D8C-45FB-895F-A46DC490BFA2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C2794E74-8D75-42AC-A872-4A120BBFE191}">
      <dgm:prSet phldrT="[Текст]"/>
      <dgm:spPr>
        <a:solidFill>
          <a:srgbClr val="F2A0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Повышенное количество здоровья</a:t>
          </a:r>
        </a:p>
      </dgm:t>
    </dgm:pt>
    <dgm:pt modelId="{77972B56-EB20-4E4F-ADCC-83632AC89994}" type="parTrans" cxnId="{03CCD44C-32EA-49AD-8AB3-99F35CFE38F6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5B7AD238-AD24-4E92-BBB4-3DD6D12AFF3F}" type="sibTrans" cxnId="{03CCD44C-32EA-49AD-8AB3-99F35CFE38F6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899FC414-8EF4-46EC-B02D-805E491A1F4C}">
      <dgm:prSet phldrT="[Текст]"/>
      <dgm:spPr>
        <a:solidFill>
          <a:srgbClr val="F2A0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Умеренное бронирование</a:t>
          </a:r>
        </a:p>
      </dgm:t>
    </dgm:pt>
    <dgm:pt modelId="{4EF3590C-5BE4-4E8E-90A8-87F82463A2BB}" type="parTrans" cxnId="{FC63EFCE-F04B-4945-9C28-0D1253F22FD7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09E14D74-6812-4F6B-AFB8-A461CABC9A48}" type="sibTrans" cxnId="{FC63EFCE-F04B-4945-9C28-0D1253F22FD7}">
      <dgm:prSet/>
      <dgm:spPr/>
      <dgm:t>
        <a:bodyPr/>
        <a:lstStyle/>
        <a:p>
          <a:endParaRPr lang="ru-RU">
            <a:latin typeface="Bahnschrift SemiBold" panose="020B0502040204020203" pitchFamily="34" charset="0"/>
          </a:endParaRPr>
        </a:p>
      </dgm:t>
    </dgm:pt>
    <dgm:pt modelId="{6C153237-234D-49BA-83D0-D9E540C43ED9}">
      <dgm:prSet phldrT="[Текст]"/>
      <dgm:spPr>
        <a:solidFill>
          <a:srgbClr val="A9DB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Средняя скорость</a:t>
          </a:r>
        </a:p>
      </dgm:t>
    </dgm:pt>
    <dgm:pt modelId="{5C0CF01F-DDF7-4FCB-9A3F-D45BD8E0AC77}" type="parTrans" cxnId="{B1B2E6AF-E0F9-4160-B774-B98C7003EE34}">
      <dgm:prSet/>
      <dgm:spPr/>
      <dgm:t>
        <a:bodyPr/>
        <a:lstStyle/>
        <a:p>
          <a:endParaRPr lang="ru-RU"/>
        </a:p>
      </dgm:t>
    </dgm:pt>
    <dgm:pt modelId="{32B2CCB8-AFB0-4AC2-9373-09F14EEC8042}" type="sibTrans" cxnId="{B1B2E6AF-E0F9-4160-B774-B98C7003EE34}">
      <dgm:prSet/>
      <dgm:spPr/>
      <dgm:t>
        <a:bodyPr/>
        <a:lstStyle/>
        <a:p>
          <a:endParaRPr lang="ru-RU"/>
        </a:p>
      </dgm:t>
    </dgm:pt>
    <dgm:pt modelId="{5AF4FCF2-11BD-4262-9752-455445D4C3AE}">
      <dgm:prSet phldrT="[Текст]"/>
      <dgm:spPr>
        <a:solidFill>
          <a:srgbClr val="E7D5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Бронирование отсутствует</a:t>
          </a:r>
        </a:p>
      </dgm:t>
    </dgm:pt>
    <dgm:pt modelId="{586A0244-044E-42CA-9E76-5EDE240B04F5}" type="parTrans" cxnId="{AEEE4D4C-1FC7-4857-8E6A-FF9393C60365}">
      <dgm:prSet/>
      <dgm:spPr/>
      <dgm:t>
        <a:bodyPr/>
        <a:lstStyle/>
        <a:p>
          <a:endParaRPr lang="ru-RU"/>
        </a:p>
      </dgm:t>
    </dgm:pt>
    <dgm:pt modelId="{994B68F0-838A-46F3-8036-99D1CE989049}" type="sibTrans" cxnId="{AEEE4D4C-1FC7-4857-8E6A-FF9393C60365}">
      <dgm:prSet/>
      <dgm:spPr/>
      <dgm:t>
        <a:bodyPr/>
        <a:lstStyle/>
        <a:p>
          <a:endParaRPr lang="ru-RU"/>
        </a:p>
      </dgm:t>
    </dgm:pt>
    <dgm:pt modelId="{63AC7E2C-7C80-4C8C-B867-CD0C60C5B4C6}">
      <dgm:prSet phldrT="[Текст]"/>
      <dgm:spPr>
        <a:solidFill>
          <a:srgbClr val="E7D5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Быстрый</a:t>
          </a:r>
        </a:p>
      </dgm:t>
    </dgm:pt>
    <dgm:pt modelId="{CC15E763-770F-455D-9749-6ED2E99A96CA}" type="parTrans" cxnId="{4AFA94BA-D7B2-4118-AA25-7A52184DBC9A}">
      <dgm:prSet/>
      <dgm:spPr/>
      <dgm:t>
        <a:bodyPr/>
        <a:lstStyle/>
        <a:p>
          <a:endParaRPr lang="ru-RU"/>
        </a:p>
      </dgm:t>
    </dgm:pt>
    <dgm:pt modelId="{475F36E1-3C32-4FBC-9909-4E4FF7829B7C}" type="sibTrans" cxnId="{4AFA94BA-D7B2-4118-AA25-7A52184DBC9A}">
      <dgm:prSet/>
      <dgm:spPr/>
      <dgm:t>
        <a:bodyPr/>
        <a:lstStyle/>
        <a:p>
          <a:endParaRPr lang="ru-RU"/>
        </a:p>
      </dgm:t>
    </dgm:pt>
    <dgm:pt modelId="{EED63585-D4F7-4142-92BD-FADD661C164A}">
      <dgm:prSet phldrT="[Текст]"/>
      <dgm:spPr>
        <a:solidFill>
          <a:srgbClr val="E7D5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Низкий урон</a:t>
          </a:r>
        </a:p>
      </dgm:t>
    </dgm:pt>
    <dgm:pt modelId="{71AFBBBC-234D-4088-B424-9977583FC895}" type="parTrans" cxnId="{47FB51AF-419F-4FC7-AFF1-D9798A06E1D7}">
      <dgm:prSet/>
      <dgm:spPr/>
      <dgm:t>
        <a:bodyPr/>
        <a:lstStyle/>
        <a:p>
          <a:endParaRPr lang="ru-RU"/>
        </a:p>
      </dgm:t>
    </dgm:pt>
    <dgm:pt modelId="{B5AEAD80-2412-4434-A297-ECB8467C76E5}" type="sibTrans" cxnId="{47FB51AF-419F-4FC7-AFF1-D9798A06E1D7}">
      <dgm:prSet/>
      <dgm:spPr/>
      <dgm:t>
        <a:bodyPr/>
        <a:lstStyle/>
        <a:p>
          <a:endParaRPr lang="ru-RU"/>
        </a:p>
      </dgm:t>
    </dgm:pt>
    <dgm:pt modelId="{809A4A20-2D03-4A32-AE41-F064AECC3142}">
      <dgm:prSet phldrT="[Текст]"/>
      <dgm:spPr>
        <a:solidFill>
          <a:srgbClr val="F2A0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Быстрый</a:t>
          </a:r>
        </a:p>
      </dgm:t>
    </dgm:pt>
    <dgm:pt modelId="{9F10572B-321D-476D-AEA7-827A79F3B739}" type="parTrans" cxnId="{B594F007-8A1D-4EF6-9FB9-FED2C8D045BA}">
      <dgm:prSet/>
      <dgm:spPr/>
      <dgm:t>
        <a:bodyPr/>
        <a:lstStyle/>
        <a:p>
          <a:endParaRPr lang="ru-RU"/>
        </a:p>
      </dgm:t>
    </dgm:pt>
    <dgm:pt modelId="{3BD4F946-3407-4863-91FE-2681E1442932}" type="sibTrans" cxnId="{B594F007-8A1D-4EF6-9FB9-FED2C8D045BA}">
      <dgm:prSet/>
      <dgm:spPr/>
      <dgm:t>
        <a:bodyPr/>
        <a:lstStyle/>
        <a:p>
          <a:endParaRPr lang="ru-RU"/>
        </a:p>
      </dgm:t>
    </dgm:pt>
    <dgm:pt modelId="{E3B1EA5C-134A-4B68-81B4-49AD880EF9B4}">
      <dgm:prSet phldrT="[Текст]"/>
      <dgm:spPr/>
      <dgm:t>
        <a:bodyPr/>
        <a:lstStyle/>
        <a:p>
          <a:r>
            <a:rPr lang="en-US" dirty="0" err="1">
              <a:solidFill>
                <a:srgbClr val="F2A000"/>
              </a:solidFill>
              <a:latin typeface="Bahnschrift SemiBold" panose="020B0502040204020203" pitchFamily="34" charset="0"/>
            </a:rPr>
            <a:t>PushEnemy</a:t>
          </a:r>
          <a:endParaRPr lang="ru-RU" dirty="0">
            <a:solidFill>
              <a:srgbClr val="F2A000"/>
            </a:solidFill>
            <a:latin typeface="Bahnschrift SemiBold" panose="020B0502040204020203" pitchFamily="34" charset="0"/>
          </a:endParaRPr>
        </a:p>
      </dgm:t>
    </dgm:pt>
    <dgm:pt modelId="{DB403E93-D52B-433B-BCFE-2CDF809F7474}" type="parTrans" cxnId="{6BAC172C-E007-40FE-B5F0-64DEB9C5C535}">
      <dgm:prSet/>
      <dgm:spPr/>
      <dgm:t>
        <a:bodyPr/>
        <a:lstStyle/>
        <a:p>
          <a:endParaRPr lang="ru-RU"/>
        </a:p>
      </dgm:t>
    </dgm:pt>
    <dgm:pt modelId="{34C02DD5-8D64-4E49-AD53-93637C762F90}" type="sibTrans" cxnId="{6BAC172C-E007-40FE-B5F0-64DEB9C5C535}">
      <dgm:prSet/>
      <dgm:spPr/>
      <dgm:t>
        <a:bodyPr/>
        <a:lstStyle/>
        <a:p>
          <a:endParaRPr lang="ru-RU"/>
        </a:p>
      </dgm:t>
    </dgm:pt>
    <dgm:pt modelId="{E747D976-4E5B-441D-BCAD-F4669E1ABB58}">
      <dgm:prSet/>
      <dgm:spPr>
        <a:solidFill>
          <a:srgbClr val="D600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Больше количество здоровья</a:t>
          </a:r>
          <a:endParaRPr lang="ru-RU" dirty="0"/>
        </a:p>
      </dgm:t>
    </dgm:pt>
    <dgm:pt modelId="{E101AE25-65FA-4E5D-8C4B-D821B9A520CD}" type="parTrans" cxnId="{7816EC2E-54A5-4D4F-A725-2CACC965E92A}">
      <dgm:prSet/>
      <dgm:spPr/>
      <dgm:t>
        <a:bodyPr/>
        <a:lstStyle/>
        <a:p>
          <a:endParaRPr lang="ru-RU"/>
        </a:p>
      </dgm:t>
    </dgm:pt>
    <dgm:pt modelId="{88EA2070-1C23-492A-8053-CFCC57F5ED4B}" type="sibTrans" cxnId="{7816EC2E-54A5-4D4F-A725-2CACC965E92A}">
      <dgm:prSet/>
      <dgm:spPr/>
      <dgm:t>
        <a:bodyPr/>
        <a:lstStyle/>
        <a:p>
          <a:endParaRPr lang="ru-RU"/>
        </a:p>
      </dgm:t>
    </dgm:pt>
    <dgm:pt modelId="{54965122-BB41-45EA-BED7-8C71FAA6874D}">
      <dgm:prSet/>
      <dgm:spPr>
        <a:solidFill>
          <a:srgbClr val="D600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Сильное бронирование</a:t>
          </a:r>
        </a:p>
      </dgm:t>
    </dgm:pt>
    <dgm:pt modelId="{9C6255A3-E9BF-4D61-AE8A-BBEA7ECFC1DB}" type="parTrans" cxnId="{BA521ADB-4143-4FA7-B844-AD06CF7B40F2}">
      <dgm:prSet/>
      <dgm:spPr/>
      <dgm:t>
        <a:bodyPr/>
        <a:lstStyle/>
        <a:p>
          <a:endParaRPr lang="ru-RU"/>
        </a:p>
      </dgm:t>
    </dgm:pt>
    <dgm:pt modelId="{4989CA13-7E86-451B-B029-2E4CBDBE6A1E}" type="sibTrans" cxnId="{BA521ADB-4143-4FA7-B844-AD06CF7B40F2}">
      <dgm:prSet/>
      <dgm:spPr/>
      <dgm:t>
        <a:bodyPr/>
        <a:lstStyle/>
        <a:p>
          <a:endParaRPr lang="ru-RU"/>
        </a:p>
      </dgm:t>
    </dgm:pt>
    <dgm:pt modelId="{AA319D5E-A70C-45D8-B392-1D344074ABC7}">
      <dgm:prSet/>
      <dgm:spPr>
        <a:solidFill>
          <a:srgbClr val="D600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Медленный</a:t>
          </a:r>
        </a:p>
      </dgm:t>
    </dgm:pt>
    <dgm:pt modelId="{0F7A4266-4196-4C34-A7D5-72EBB2CA90AC}" type="parTrans" cxnId="{02B4072F-ADC5-44C4-A1AF-6A916F0A95D3}">
      <dgm:prSet/>
      <dgm:spPr/>
      <dgm:t>
        <a:bodyPr/>
        <a:lstStyle/>
        <a:p>
          <a:endParaRPr lang="ru-RU"/>
        </a:p>
      </dgm:t>
    </dgm:pt>
    <dgm:pt modelId="{0C3A0E05-A619-40DE-9BC7-2921C65544ED}" type="sibTrans" cxnId="{02B4072F-ADC5-44C4-A1AF-6A916F0A95D3}">
      <dgm:prSet/>
      <dgm:spPr/>
      <dgm:t>
        <a:bodyPr/>
        <a:lstStyle/>
        <a:p>
          <a:endParaRPr lang="ru-RU"/>
        </a:p>
      </dgm:t>
    </dgm:pt>
    <dgm:pt modelId="{F91CB88F-EA6C-4CAD-AB1E-7AB297C1C268}">
      <dgm:prSet phldrT="[Текст]"/>
      <dgm:spPr>
        <a:solidFill>
          <a:srgbClr val="F2A0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Умеренный урон</a:t>
          </a:r>
        </a:p>
      </dgm:t>
    </dgm:pt>
    <dgm:pt modelId="{1C934581-B9B5-4AB3-A58A-091E04061A34}" type="parTrans" cxnId="{EAA1F2FE-B48F-4069-A84F-EDA84D24F47B}">
      <dgm:prSet/>
      <dgm:spPr/>
      <dgm:t>
        <a:bodyPr/>
        <a:lstStyle/>
        <a:p>
          <a:endParaRPr lang="ru-RU"/>
        </a:p>
      </dgm:t>
    </dgm:pt>
    <dgm:pt modelId="{92AC226A-A0F0-4EF6-A433-20D041CCFBD1}" type="sibTrans" cxnId="{EAA1F2FE-B48F-4069-A84F-EDA84D24F47B}">
      <dgm:prSet/>
      <dgm:spPr/>
      <dgm:t>
        <a:bodyPr/>
        <a:lstStyle/>
        <a:p>
          <a:endParaRPr lang="ru-RU"/>
        </a:p>
      </dgm:t>
    </dgm:pt>
    <dgm:pt modelId="{D38A6DC3-C9BC-4E3C-B133-81AB6FD5D3B6}">
      <dgm:prSet phldrT="[Текст]"/>
      <dgm:spPr>
        <a:solidFill>
          <a:srgbClr val="A9DB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Низкий урон</a:t>
          </a:r>
        </a:p>
      </dgm:t>
    </dgm:pt>
    <dgm:pt modelId="{5AEFD953-D38A-492B-8893-9C6FC1AA1183}" type="parTrans" cxnId="{801E66C1-3BBA-47FE-9B6F-72F1B36E2F8F}">
      <dgm:prSet/>
      <dgm:spPr/>
      <dgm:t>
        <a:bodyPr/>
        <a:lstStyle/>
        <a:p>
          <a:endParaRPr lang="ru-RU"/>
        </a:p>
      </dgm:t>
    </dgm:pt>
    <dgm:pt modelId="{629C7D8C-9A97-4A49-8D4D-2D9DB6A61B30}" type="sibTrans" cxnId="{801E66C1-3BBA-47FE-9B6F-72F1B36E2F8F}">
      <dgm:prSet/>
      <dgm:spPr/>
      <dgm:t>
        <a:bodyPr/>
        <a:lstStyle/>
        <a:p>
          <a:endParaRPr lang="ru-RU"/>
        </a:p>
      </dgm:t>
    </dgm:pt>
    <dgm:pt modelId="{87D8C9EF-A67C-4977-994A-CBC482282D42}">
      <dgm:prSet/>
      <dgm:spPr>
        <a:solidFill>
          <a:srgbClr val="D60000"/>
        </a:solidFill>
      </dgm:spPr>
      <dgm:t>
        <a:bodyPr/>
        <a:lstStyle/>
        <a:p>
          <a:r>
            <a:rPr lang="ru-RU" dirty="0">
              <a:latin typeface="Bahnschrift SemiBold" panose="020B0502040204020203" pitchFamily="34" charset="0"/>
            </a:rPr>
            <a:t>Умеренный урон</a:t>
          </a:r>
        </a:p>
      </dgm:t>
    </dgm:pt>
    <dgm:pt modelId="{65E48BA3-4E94-4F1A-9497-15E1D35AC316}" type="parTrans" cxnId="{B3D2FE70-78F4-49CB-84D5-46217B294BA8}">
      <dgm:prSet/>
      <dgm:spPr/>
      <dgm:t>
        <a:bodyPr/>
        <a:lstStyle/>
        <a:p>
          <a:endParaRPr lang="ru-RU"/>
        </a:p>
      </dgm:t>
    </dgm:pt>
    <dgm:pt modelId="{EFFAA38D-BB99-47FF-94D9-E24D5940B9CA}" type="sibTrans" cxnId="{B3D2FE70-78F4-49CB-84D5-46217B294BA8}">
      <dgm:prSet/>
      <dgm:spPr/>
      <dgm:t>
        <a:bodyPr/>
        <a:lstStyle/>
        <a:p>
          <a:endParaRPr lang="ru-RU"/>
        </a:p>
      </dgm:t>
    </dgm:pt>
    <dgm:pt modelId="{DA9F8A80-D039-41CF-BDE7-2B6BE55C6FEE}">
      <dgm:prSet phldrT="[Текст]"/>
      <dgm:spPr>
        <a:solidFill>
          <a:srgbClr val="F2A000"/>
        </a:solidFill>
      </dgm:spPr>
      <dgm:t>
        <a:bodyPr/>
        <a:lstStyle/>
        <a:p>
          <a:endParaRPr lang="ru-RU" dirty="0">
            <a:latin typeface="Bahnschrift SemiBold" panose="020B0502040204020203" pitchFamily="34" charset="0"/>
          </a:endParaRPr>
        </a:p>
      </dgm:t>
    </dgm:pt>
    <dgm:pt modelId="{A8B20BB7-D471-4FA1-95DE-A524BFC44B9D}" type="parTrans" cxnId="{29971AAA-874A-45D0-93BB-3891B42803CE}">
      <dgm:prSet/>
      <dgm:spPr/>
      <dgm:t>
        <a:bodyPr/>
        <a:lstStyle/>
        <a:p>
          <a:endParaRPr lang="ru-RU"/>
        </a:p>
      </dgm:t>
    </dgm:pt>
    <dgm:pt modelId="{1D211F7F-FDE3-4E93-8AFF-4C61B3E08C9A}" type="sibTrans" cxnId="{29971AAA-874A-45D0-93BB-3891B42803CE}">
      <dgm:prSet/>
      <dgm:spPr/>
      <dgm:t>
        <a:bodyPr/>
        <a:lstStyle/>
        <a:p>
          <a:endParaRPr lang="ru-RU"/>
        </a:p>
      </dgm:t>
    </dgm:pt>
    <dgm:pt modelId="{E227BCA3-06E3-48A5-9475-153EC38E951A}" type="pres">
      <dgm:prSet presAssocID="{111F963F-4036-4873-A67D-9B991F4A95C2}" presName="linearFlow" presStyleCnt="0">
        <dgm:presLayoutVars>
          <dgm:dir/>
          <dgm:animLvl val="lvl"/>
          <dgm:resizeHandles/>
        </dgm:presLayoutVars>
      </dgm:prSet>
      <dgm:spPr/>
    </dgm:pt>
    <dgm:pt modelId="{852F7BD3-05D4-4434-B9D0-850CD46AADF1}" type="pres">
      <dgm:prSet presAssocID="{7C1DDE9C-9544-47F2-98F0-72B14F755621}" presName="compositeNode" presStyleCnt="0">
        <dgm:presLayoutVars>
          <dgm:bulletEnabled val="1"/>
        </dgm:presLayoutVars>
      </dgm:prSet>
      <dgm:spPr/>
    </dgm:pt>
    <dgm:pt modelId="{844DACD8-51A5-460E-BCD3-BD7251709EB8}" type="pres">
      <dgm:prSet presAssocID="{7C1DDE9C-9544-47F2-98F0-72B14F755621}" presName="image" presStyleLbl="fgImgPlace1" presStyleIdx="0" presStyleCnt="4"/>
      <dgm:spPr>
        <a:blipFill dpi="0" rotWithShape="1"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/>
          <a:stretch>
            <a:fillRect l="-50031" t="-50031" r="-50031" b="-50031"/>
          </a:stretch>
        </a:blipFill>
        <a:ln>
          <a:noFill/>
        </a:ln>
      </dgm:spPr>
    </dgm:pt>
    <dgm:pt modelId="{3ECBDE27-0084-42E2-BFC9-E0795D6DF208}" type="pres">
      <dgm:prSet presAssocID="{7C1DDE9C-9544-47F2-98F0-72B14F755621}" presName="childNode" presStyleLbl="node1" presStyleIdx="0" presStyleCnt="4">
        <dgm:presLayoutVars>
          <dgm:bulletEnabled val="1"/>
        </dgm:presLayoutVars>
      </dgm:prSet>
      <dgm:spPr/>
    </dgm:pt>
    <dgm:pt modelId="{CBF17CF8-E007-4F1D-862D-A2ADFF191178}" type="pres">
      <dgm:prSet presAssocID="{7C1DDE9C-9544-47F2-98F0-72B14F755621}" presName="parentNode" presStyleLbl="revTx" presStyleIdx="0" presStyleCnt="4">
        <dgm:presLayoutVars>
          <dgm:chMax val="0"/>
          <dgm:bulletEnabled val="1"/>
        </dgm:presLayoutVars>
      </dgm:prSet>
      <dgm:spPr/>
    </dgm:pt>
    <dgm:pt modelId="{28D19C17-9A3A-4C3F-9DA7-45D3386A998D}" type="pres">
      <dgm:prSet presAssocID="{4F48239E-CE94-4BD5-B1CE-0D1C7D7F73AA}" presName="sibTrans" presStyleCnt="0"/>
      <dgm:spPr/>
    </dgm:pt>
    <dgm:pt modelId="{808A5671-CBCD-4441-9C3F-8A82527FE061}" type="pres">
      <dgm:prSet presAssocID="{D1849F04-949F-4710-8FCA-6854C5F9E60C}" presName="compositeNode" presStyleCnt="0">
        <dgm:presLayoutVars>
          <dgm:bulletEnabled val="1"/>
        </dgm:presLayoutVars>
      </dgm:prSet>
      <dgm:spPr/>
    </dgm:pt>
    <dgm:pt modelId="{02AA6975-5CB5-41C0-8907-33C97DE6F3CB}" type="pres">
      <dgm:prSet presAssocID="{D1849F04-949F-4710-8FCA-6854C5F9E60C}" presName="image" presStyleLbl="fgImgPlace1" presStyleIdx="1" presStyleCnt="4"/>
      <dgm:spPr>
        <a:blipFill dpi="0" rotWithShape="1"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/>
          <a:stretch>
            <a:fillRect l="-50031" t="-50031" r="-50031" b="-50031"/>
          </a:stretch>
        </a:blipFill>
        <a:ln>
          <a:noFill/>
        </a:ln>
      </dgm:spPr>
    </dgm:pt>
    <dgm:pt modelId="{2C89A783-59F8-4D79-AC2E-F4A5845CB383}" type="pres">
      <dgm:prSet presAssocID="{D1849F04-949F-4710-8FCA-6854C5F9E60C}" presName="childNode" presStyleLbl="node1" presStyleIdx="1" presStyleCnt="4">
        <dgm:presLayoutVars>
          <dgm:bulletEnabled val="1"/>
        </dgm:presLayoutVars>
      </dgm:prSet>
      <dgm:spPr/>
    </dgm:pt>
    <dgm:pt modelId="{DFE91475-F2D9-46C3-A145-027641A8E316}" type="pres">
      <dgm:prSet presAssocID="{D1849F04-949F-4710-8FCA-6854C5F9E60C}" presName="parentNode" presStyleLbl="revTx" presStyleIdx="1" presStyleCnt="4">
        <dgm:presLayoutVars>
          <dgm:chMax val="0"/>
          <dgm:bulletEnabled val="1"/>
        </dgm:presLayoutVars>
      </dgm:prSet>
      <dgm:spPr/>
    </dgm:pt>
    <dgm:pt modelId="{D634CFA5-5336-4140-966C-E2EADBDA142D}" type="pres">
      <dgm:prSet presAssocID="{51962605-944C-40DA-BA50-89E35B334084}" presName="sibTrans" presStyleCnt="0"/>
      <dgm:spPr/>
    </dgm:pt>
    <dgm:pt modelId="{4738EE7C-0561-429C-8921-539E9180D57C}" type="pres">
      <dgm:prSet presAssocID="{1928CF38-C458-44F6-8731-93CFF52CA85B}" presName="compositeNode" presStyleCnt="0">
        <dgm:presLayoutVars>
          <dgm:bulletEnabled val="1"/>
        </dgm:presLayoutVars>
      </dgm:prSet>
      <dgm:spPr/>
    </dgm:pt>
    <dgm:pt modelId="{B3DC7E49-5067-4734-9E98-317ED5C04E19}" type="pres">
      <dgm:prSet presAssocID="{1928CF38-C458-44F6-8731-93CFF52CA85B}" presName="image" presStyleLbl="fgImgPlace1" presStyleIdx="2" presStyleCnt="4"/>
      <dgm:spPr>
        <a:blipFill dpi="0" rotWithShape="1">
          <a:blip xmlns:r="http://schemas.openxmlformats.org/officeDocument/2006/relationships"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/>
          <a:stretch>
            <a:fillRect l="-50031" t="-50031" r="-50031" b="-50031"/>
          </a:stretch>
        </a:blipFill>
        <a:ln>
          <a:noFill/>
        </a:ln>
      </dgm:spPr>
    </dgm:pt>
    <dgm:pt modelId="{6BE67377-EAC9-4734-954B-1E537A799B15}" type="pres">
      <dgm:prSet presAssocID="{1928CF38-C458-44F6-8731-93CFF52CA85B}" presName="childNode" presStyleLbl="node1" presStyleIdx="2" presStyleCnt="4">
        <dgm:presLayoutVars>
          <dgm:bulletEnabled val="1"/>
        </dgm:presLayoutVars>
      </dgm:prSet>
      <dgm:spPr/>
    </dgm:pt>
    <dgm:pt modelId="{5449EB41-0645-48F3-9234-F3706D29AEE3}" type="pres">
      <dgm:prSet presAssocID="{1928CF38-C458-44F6-8731-93CFF52CA85B}" presName="parentNode" presStyleLbl="revTx" presStyleIdx="2" presStyleCnt="4">
        <dgm:presLayoutVars>
          <dgm:chMax val="0"/>
          <dgm:bulletEnabled val="1"/>
        </dgm:presLayoutVars>
      </dgm:prSet>
      <dgm:spPr/>
    </dgm:pt>
    <dgm:pt modelId="{F4BF2028-E0B1-45B9-B275-3126C9DBF21A}" type="pres">
      <dgm:prSet presAssocID="{957970E8-30F6-4DA4-87F6-2D3239AE936B}" presName="sibTrans" presStyleCnt="0"/>
      <dgm:spPr/>
    </dgm:pt>
    <dgm:pt modelId="{39F87AF4-95AB-4C11-94F5-10C477F62516}" type="pres">
      <dgm:prSet presAssocID="{E3B1EA5C-134A-4B68-81B4-49AD880EF9B4}" presName="compositeNode" presStyleCnt="0">
        <dgm:presLayoutVars>
          <dgm:bulletEnabled val="1"/>
        </dgm:presLayoutVars>
      </dgm:prSet>
      <dgm:spPr/>
    </dgm:pt>
    <dgm:pt modelId="{AA41627E-AAF0-4CB1-AFB2-3167053FDEAB}" type="pres">
      <dgm:prSet presAssocID="{E3B1EA5C-134A-4B68-81B4-49AD880EF9B4}" presName="image" presStyleLbl="fgImgPlace1" presStyleIdx="3" presStyleCnt="4"/>
      <dgm:spPr>
        <a:blipFill dpi="0" rotWithShape="1">
          <a:blip xmlns:r="http://schemas.openxmlformats.org/officeDocument/2006/relationships" r:embed="rId7"/>
          <a:srcRect/>
          <a:stretch>
            <a:fillRect l="-50031" t="-50031" r="-50031" b="-50031"/>
          </a:stretch>
        </a:blipFill>
        <a:ln>
          <a:noFill/>
        </a:ln>
      </dgm:spPr>
    </dgm:pt>
    <dgm:pt modelId="{9E61AE9A-CDFA-4776-8074-2D4EBD752D75}" type="pres">
      <dgm:prSet presAssocID="{E3B1EA5C-134A-4B68-81B4-49AD880EF9B4}" presName="childNode" presStyleLbl="node1" presStyleIdx="3" presStyleCnt="4">
        <dgm:presLayoutVars>
          <dgm:bulletEnabled val="1"/>
        </dgm:presLayoutVars>
      </dgm:prSet>
      <dgm:spPr/>
    </dgm:pt>
    <dgm:pt modelId="{299D97A1-A6CE-459A-A499-0C9DCC83DFE4}" type="pres">
      <dgm:prSet presAssocID="{E3B1EA5C-134A-4B68-81B4-49AD880EF9B4}" presName="parentNode" presStyleLbl="revTx" presStyleIdx="3" presStyleCnt="4">
        <dgm:presLayoutVars>
          <dgm:chMax val="0"/>
          <dgm:bulletEnabled val="1"/>
        </dgm:presLayoutVars>
      </dgm:prSet>
      <dgm:spPr/>
    </dgm:pt>
  </dgm:ptLst>
  <dgm:cxnLst>
    <dgm:cxn modelId="{3C0A7802-277F-441C-9FEE-7822FF54C829}" type="presOf" srcId="{809A4A20-2D03-4A32-AE41-F064AECC3142}" destId="{9E61AE9A-CDFA-4776-8074-2D4EBD752D75}" srcOrd="0" destOrd="2" presId="urn:microsoft.com/office/officeart/2005/8/layout/hList2"/>
    <dgm:cxn modelId="{00BC0005-F9C1-4CB1-A38C-D90D22DBE900}" type="presOf" srcId="{AA319D5E-A70C-45D8-B392-1D344074ABC7}" destId="{6BE67377-EAC9-4734-954B-1E537A799B15}" srcOrd="0" destOrd="2" presId="urn:microsoft.com/office/officeart/2005/8/layout/hList2"/>
    <dgm:cxn modelId="{4FF34207-D63D-479B-891E-2F0AA31B8344}" srcId="{111F963F-4036-4873-A67D-9B991F4A95C2}" destId="{D1849F04-949F-4710-8FCA-6854C5F9E60C}" srcOrd="1" destOrd="0" parTransId="{56C78E80-0EB6-4D13-8233-0788DD4301B6}" sibTransId="{51962605-944C-40DA-BA50-89E35B334084}"/>
    <dgm:cxn modelId="{B594F007-8A1D-4EF6-9FB9-FED2C8D045BA}" srcId="{E3B1EA5C-134A-4B68-81B4-49AD880EF9B4}" destId="{809A4A20-2D03-4A32-AE41-F064AECC3142}" srcOrd="2" destOrd="0" parTransId="{9F10572B-321D-476D-AEA7-827A79F3B739}" sibTransId="{3BD4F946-3407-4863-91FE-2681E1442932}"/>
    <dgm:cxn modelId="{9A2D680E-909A-4EA3-ABB5-1FBAA4A125E1}" type="presOf" srcId="{D1849F04-949F-4710-8FCA-6854C5F9E60C}" destId="{DFE91475-F2D9-46C3-A145-027641A8E316}" srcOrd="0" destOrd="0" presId="urn:microsoft.com/office/officeart/2005/8/layout/hList2"/>
    <dgm:cxn modelId="{CAA7A20F-41A7-443F-854B-4A314C6D7D08}" type="presOf" srcId="{EED63585-D4F7-4142-92BD-FADD661C164A}" destId="{2C89A783-59F8-4D79-AC2E-F4A5845CB383}" srcOrd="0" destOrd="3" presId="urn:microsoft.com/office/officeart/2005/8/layout/hList2"/>
    <dgm:cxn modelId="{D7B7DF10-D95D-469E-879A-F56437583524}" type="presOf" srcId="{1928CF38-C458-44F6-8731-93CFF52CA85B}" destId="{5449EB41-0645-48F3-9234-F3706D29AEE3}" srcOrd="0" destOrd="0" presId="urn:microsoft.com/office/officeart/2005/8/layout/hList2"/>
    <dgm:cxn modelId="{6A96221B-A118-4A42-90B1-31AD8AAC76F3}" type="presOf" srcId="{629EB822-183C-4A20-AAD8-87F6B79A3FC6}" destId="{3ECBDE27-0084-42E2-BFC9-E0795D6DF208}" srcOrd="0" destOrd="0" presId="urn:microsoft.com/office/officeart/2005/8/layout/hList2"/>
    <dgm:cxn modelId="{19403A22-FB1F-4E52-B5D7-64A704D7AB08}" type="presOf" srcId="{C2794E74-8D75-42AC-A872-4A120BBFE191}" destId="{9E61AE9A-CDFA-4776-8074-2D4EBD752D75}" srcOrd="0" destOrd="0" presId="urn:microsoft.com/office/officeart/2005/8/layout/hList2"/>
    <dgm:cxn modelId="{86BC2E25-8095-4ACD-B182-5A4803069C5E}" type="presOf" srcId="{29B959DA-122F-4A58-9A45-E8B197B36EDF}" destId="{3ECBDE27-0084-42E2-BFC9-E0795D6DF208}" srcOrd="0" destOrd="1" presId="urn:microsoft.com/office/officeart/2005/8/layout/hList2"/>
    <dgm:cxn modelId="{0E706929-ED32-407F-AE14-749A18F2358D}" type="presOf" srcId="{6C153237-234D-49BA-83D0-D9E540C43ED9}" destId="{3ECBDE27-0084-42E2-BFC9-E0795D6DF208}" srcOrd="0" destOrd="2" presId="urn:microsoft.com/office/officeart/2005/8/layout/hList2"/>
    <dgm:cxn modelId="{6BAC172C-E007-40FE-B5F0-64DEB9C5C535}" srcId="{111F963F-4036-4873-A67D-9B991F4A95C2}" destId="{E3B1EA5C-134A-4B68-81B4-49AD880EF9B4}" srcOrd="3" destOrd="0" parTransId="{DB403E93-D52B-433B-BCFE-2CDF809F7474}" sibTransId="{34C02DD5-8D64-4E49-AD53-93637C762F90}"/>
    <dgm:cxn modelId="{7816EC2E-54A5-4D4F-A725-2CACC965E92A}" srcId="{1928CF38-C458-44F6-8731-93CFF52CA85B}" destId="{E747D976-4E5B-441D-BCAD-F4669E1ABB58}" srcOrd="0" destOrd="0" parTransId="{E101AE25-65FA-4E5D-8C4B-D821B9A520CD}" sibTransId="{88EA2070-1C23-492A-8053-CFCC57F5ED4B}"/>
    <dgm:cxn modelId="{02B4072F-ADC5-44C4-A1AF-6A916F0A95D3}" srcId="{1928CF38-C458-44F6-8731-93CFF52CA85B}" destId="{AA319D5E-A70C-45D8-B392-1D344074ABC7}" srcOrd="2" destOrd="0" parTransId="{0F7A4266-4196-4C34-A7D5-72EBB2CA90AC}" sibTransId="{0C3A0E05-A619-40DE-9BC7-2921C65544ED}"/>
    <dgm:cxn modelId="{C052F43D-7E4B-4E1E-87D9-3D67D6A44314}" srcId="{D1849F04-949F-4710-8FCA-6854C5F9E60C}" destId="{F63110AA-8855-45C0-BF28-63BC1D0D7D24}" srcOrd="0" destOrd="0" parTransId="{9448F40E-ED55-453F-B182-28C20B6565B1}" sibTransId="{CCD2DDC7-B005-4B74-9A61-7CAD2ADFB7EF}"/>
    <dgm:cxn modelId="{8F06083E-9D8C-45FB-895F-A46DC490BFA2}" srcId="{111F963F-4036-4873-A67D-9B991F4A95C2}" destId="{1928CF38-C458-44F6-8731-93CFF52CA85B}" srcOrd="2" destOrd="0" parTransId="{98487B79-1E8D-4811-8FD2-5B276939A168}" sibTransId="{957970E8-30F6-4DA4-87F6-2D3239AE936B}"/>
    <dgm:cxn modelId="{9271DF5D-602F-4FD5-8B38-CBBF530DBDDD}" type="presOf" srcId="{F91CB88F-EA6C-4CAD-AB1E-7AB297C1C268}" destId="{9E61AE9A-CDFA-4776-8074-2D4EBD752D75}" srcOrd="0" destOrd="3" presId="urn:microsoft.com/office/officeart/2005/8/layout/hList2"/>
    <dgm:cxn modelId="{D26F1265-588E-46B1-B25C-53E5CA26A138}" type="presOf" srcId="{D38A6DC3-C9BC-4E3C-B133-81AB6FD5D3B6}" destId="{3ECBDE27-0084-42E2-BFC9-E0795D6DF208}" srcOrd="0" destOrd="3" presId="urn:microsoft.com/office/officeart/2005/8/layout/hList2"/>
    <dgm:cxn modelId="{AEEE4D4C-1FC7-4857-8E6A-FF9393C60365}" srcId="{D1849F04-949F-4710-8FCA-6854C5F9E60C}" destId="{5AF4FCF2-11BD-4262-9752-455445D4C3AE}" srcOrd="1" destOrd="0" parTransId="{586A0244-044E-42CA-9E76-5EDE240B04F5}" sibTransId="{994B68F0-838A-46F3-8036-99D1CE989049}"/>
    <dgm:cxn modelId="{03CCD44C-32EA-49AD-8AB3-99F35CFE38F6}" srcId="{E3B1EA5C-134A-4B68-81B4-49AD880EF9B4}" destId="{C2794E74-8D75-42AC-A872-4A120BBFE191}" srcOrd="0" destOrd="0" parTransId="{77972B56-EB20-4E4F-ADCC-83632AC89994}" sibTransId="{5B7AD238-AD24-4E92-BBB4-3DD6D12AFF3F}"/>
    <dgm:cxn modelId="{143DE96D-5A01-47CF-90B4-6A89E16439D5}" type="presOf" srcId="{7C1DDE9C-9544-47F2-98F0-72B14F755621}" destId="{CBF17CF8-E007-4F1D-862D-A2ADFF191178}" srcOrd="0" destOrd="0" presId="urn:microsoft.com/office/officeart/2005/8/layout/hList2"/>
    <dgm:cxn modelId="{9E59894F-B803-4FC0-BD19-C9C79DD69986}" type="presOf" srcId="{899FC414-8EF4-46EC-B02D-805E491A1F4C}" destId="{9E61AE9A-CDFA-4776-8074-2D4EBD752D75}" srcOrd="0" destOrd="1" presId="urn:microsoft.com/office/officeart/2005/8/layout/hList2"/>
    <dgm:cxn modelId="{B3D2FE70-78F4-49CB-84D5-46217B294BA8}" srcId="{1928CF38-C458-44F6-8731-93CFF52CA85B}" destId="{87D8C9EF-A67C-4977-994A-CBC482282D42}" srcOrd="3" destOrd="0" parTransId="{65E48BA3-4E94-4F1A-9497-15E1D35AC316}" sibTransId="{EFFAA38D-BB99-47FF-94D9-E24D5940B9CA}"/>
    <dgm:cxn modelId="{8F298785-ED64-43EE-90E2-75753D9AF3A8}" type="presOf" srcId="{DA9F8A80-D039-41CF-BDE7-2B6BE55C6FEE}" destId="{9E61AE9A-CDFA-4776-8074-2D4EBD752D75}" srcOrd="0" destOrd="4" presId="urn:microsoft.com/office/officeart/2005/8/layout/hList2"/>
    <dgm:cxn modelId="{29971AAA-874A-45D0-93BB-3891B42803CE}" srcId="{E3B1EA5C-134A-4B68-81B4-49AD880EF9B4}" destId="{DA9F8A80-D039-41CF-BDE7-2B6BE55C6FEE}" srcOrd="4" destOrd="0" parTransId="{A8B20BB7-D471-4FA1-95DE-A524BFC44B9D}" sibTransId="{1D211F7F-FDE3-4E93-8AFF-4C61B3E08C9A}"/>
    <dgm:cxn modelId="{47FB51AF-419F-4FC7-AFF1-D9798A06E1D7}" srcId="{D1849F04-949F-4710-8FCA-6854C5F9E60C}" destId="{EED63585-D4F7-4142-92BD-FADD661C164A}" srcOrd="3" destOrd="0" parTransId="{71AFBBBC-234D-4088-B424-9977583FC895}" sibTransId="{B5AEAD80-2412-4434-A297-ECB8467C76E5}"/>
    <dgm:cxn modelId="{B1B2E6AF-E0F9-4160-B774-B98C7003EE34}" srcId="{7C1DDE9C-9544-47F2-98F0-72B14F755621}" destId="{6C153237-234D-49BA-83D0-D9E540C43ED9}" srcOrd="2" destOrd="0" parTransId="{5C0CF01F-DDF7-4FCB-9A3F-D45BD8E0AC77}" sibTransId="{32B2CCB8-AFB0-4AC2-9373-09F14EEC8042}"/>
    <dgm:cxn modelId="{5292D9B4-4540-4165-A0E6-8E48F67EA463}" srcId="{111F963F-4036-4873-A67D-9B991F4A95C2}" destId="{7C1DDE9C-9544-47F2-98F0-72B14F755621}" srcOrd="0" destOrd="0" parTransId="{4BE9C34F-D05E-4B0E-84BD-D8312EB6D39B}" sibTransId="{4F48239E-CE94-4BD5-B1CE-0D1C7D7F73AA}"/>
    <dgm:cxn modelId="{2C51E6B4-BD80-4DC3-9E57-952D50076377}" type="presOf" srcId="{E3B1EA5C-134A-4B68-81B4-49AD880EF9B4}" destId="{299D97A1-A6CE-459A-A499-0C9DCC83DFE4}" srcOrd="0" destOrd="0" presId="urn:microsoft.com/office/officeart/2005/8/layout/hList2"/>
    <dgm:cxn modelId="{5D0890B8-1909-4E23-A07F-2EF24F071E67}" type="presOf" srcId="{5AF4FCF2-11BD-4262-9752-455445D4C3AE}" destId="{2C89A783-59F8-4D79-AC2E-F4A5845CB383}" srcOrd="0" destOrd="1" presId="urn:microsoft.com/office/officeart/2005/8/layout/hList2"/>
    <dgm:cxn modelId="{4AFA94BA-D7B2-4118-AA25-7A52184DBC9A}" srcId="{D1849F04-949F-4710-8FCA-6854C5F9E60C}" destId="{63AC7E2C-7C80-4C8C-B867-CD0C60C5B4C6}" srcOrd="2" destOrd="0" parTransId="{CC15E763-770F-455D-9749-6ED2E99A96CA}" sibTransId="{475F36E1-3C32-4FBC-9909-4E4FF7829B7C}"/>
    <dgm:cxn modelId="{C5F8D0BE-E1EE-4A0E-853A-7D580E2DBDE2}" type="presOf" srcId="{63AC7E2C-7C80-4C8C-B867-CD0C60C5B4C6}" destId="{2C89A783-59F8-4D79-AC2E-F4A5845CB383}" srcOrd="0" destOrd="2" presId="urn:microsoft.com/office/officeart/2005/8/layout/hList2"/>
    <dgm:cxn modelId="{801E66C1-3BBA-47FE-9B6F-72F1B36E2F8F}" srcId="{7C1DDE9C-9544-47F2-98F0-72B14F755621}" destId="{D38A6DC3-C9BC-4E3C-B133-81AB6FD5D3B6}" srcOrd="3" destOrd="0" parTransId="{5AEFD953-D38A-492B-8893-9C6FC1AA1183}" sibTransId="{629C7D8C-9A97-4A49-8D4D-2D9DB6A61B30}"/>
    <dgm:cxn modelId="{AE7ABECC-E83A-4EE1-A781-6D054C69B846}" srcId="{7C1DDE9C-9544-47F2-98F0-72B14F755621}" destId="{29B959DA-122F-4A58-9A45-E8B197B36EDF}" srcOrd="1" destOrd="0" parTransId="{41BA935E-E25D-408C-92DD-C6E463BAA97A}" sibTransId="{AA67BD9E-EC25-443F-99D2-F4301154DFD3}"/>
    <dgm:cxn modelId="{FC63EFCE-F04B-4945-9C28-0D1253F22FD7}" srcId="{E3B1EA5C-134A-4B68-81B4-49AD880EF9B4}" destId="{899FC414-8EF4-46EC-B02D-805E491A1F4C}" srcOrd="1" destOrd="0" parTransId="{4EF3590C-5BE4-4E8E-90A8-87F82463A2BB}" sibTransId="{09E14D74-6812-4F6B-AFB8-A461CABC9A48}"/>
    <dgm:cxn modelId="{9836F2D8-0B88-4E4A-A610-E3B24ED10F55}" type="presOf" srcId="{87D8C9EF-A67C-4977-994A-CBC482282D42}" destId="{6BE67377-EAC9-4734-954B-1E537A799B15}" srcOrd="0" destOrd="3" presId="urn:microsoft.com/office/officeart/2005/8/layout/hList2"/>
    <dgm:cxn modelId="{BA521ADB-4143-4FA7-B844-AD06CF7B40F2}" srcId="{1928CF38-C458-44F6-8731-93CFF52CA85B}" destId="{54965122-BB41-45EA-BED7-8C71FAA6874D}" srcOrd="1" destOrd="0" parTransId="{9C6255A3-E9BF-4D61-AE8A-BBEA7ECFC1DB}" sibTransId="{4989CA13-7E86-451B-B029-2E4CBDBE6A1E}"/>
    <dgm:cxn modelId="{A7AD8AE9-A298-476C-9DB7-85F2E64038CB}" type="presOf" srcId="{F63110AA-8855-45C0-BF28-63BC1D0D7D24}" destId="{2C89A783-59F8-4D79-AC2E-F4A5845CB383}" srcOrd="0" destOrd="0" presId="urn:microsoft.com/office/officeart/2005/8/layout/hList2"/>
    <dgm:cxn modelId="{87E1CEEA-5340-4750-9CCB-CD786990F643}" type="presOf" srcId="{111F963F-4036-4873-A67D-9B991F4A95C2}" destId="{E227BCA3-06E3-48A5-9475-153EC38E951A}" srcOrd="0" destOrd="0" presId="urn:microsoft.com/office/officeart/2005/8/layout/hList2"/>
    <dgm:cxn modelId="{8455E3EF-355C-4EF4-82C5-9139C9D9CAB0}" srcId="{7C1DDE9C-9544-47F2-98F0-72B14F755621}" destId="{629EB822-183C-4A20-AAD8-87F6B79A3FC6}" srcOrd="0" destOrd="0" parTransId="{4088A29E-90A0-41E9-A558-9C878265C0F3}" sibTransId="{54C79BBA-3C00-4436-9316-8BE808C3DF73}"/>
    <dgm:cxn modelId="{A52583F3-FEE1-4192-81FD-1EEFDC5DA00C}" type="presOf" srcId="{54965122-BB41-45EA-BED7-8C71FAA6874D}" destId="{6BE67377-EAC9-4734-954B-1E537A799B15}" srcOrd="0" destOrd="1" presId="urn:microsoft.com/office/officeart/2005/8/layout/hList2"/>
    <dgm:cxn modelId="{10D561F4-1389-4B7E-926D-EF64DFBAD758}" type="presOf" srcId="{E747D976-4E5B-441D-BCAD-F4669E1ABB58}" destId="{6BE67377-EAC9-4734-954B-1E537A799B15}" srcOrd="0" destOrd="0" presId="urn:microsoft.com/office/officeart/2005/8/layout/hList2"/>
    <dgm:cxn modelId="{EAA1F2FE-B48F-4069-A84F-EDA84D24F47B}" srcId="{E3B1EA5C-134A-4B68-81B4-49AD880EF9B4}" destId="{F91CB88F-EA6C-4CAD-AB1E-7AB297C1C268}" srcOrd="3" destOrd="0" parTransId="{1C934581-B9B5-4AB3-A58A-091E04061A34}" sibTransId="{92AC226A-A0F0-4EF6-A433-20D041CCFBD1}"/>
    <dgm:cxn modelId="{43CC513B-B6B0-4768-8258-7DE23725413E}" type="presParOf" srcId="{E227BCA3-06E3-48A5-9475-153EC38E951A}" destId="{852F7BD3-05D4-4434-B9D0-850CD46AADF1}" srcOrd="0" destOrd="0" presId="urn:microsoft.com/office/officeart/2005/8/layout/hList2"/>
    <dgm:cxn modelId="{CC8B4FFB-CC65-4FFF-AE7E-D244EABD7322}" type="presParOf" srcId="{852F7BD3-05D4-4434-B9D0-850CD46AADF1}" destId="{844DACD8-51A5-460E-BCD3-BD7251709EB8}" srcOrd="0" destOrd="0" presId="urn:microsoft.com/office/officeart/2005/8/layout/hList2"/>
    <dgm:cxn modelId="{5001D207-338B-4F2A-A0CF-283F0771039F}" type="presParOf" srcId="{852F7BD3-05D4-4434-B9D0-850CD46AADF1}" destId="{3ECBDE27-0084-42E2-BFC9-E0795D6DF208}" srcOrd="1" destOrd="0" presId="urn:microsoft.com/office/officeart/2005/8/layout/hList2"/>
    <dgm:cxn modelId="{AF51AF7A-EDA8-43E3-9140-4D97647F5975}" type="presParOf" srcId="{852F7BD3-05D4-4434-B9D0-850CD46AADF1}" destId="{CBF17CF8-E007-4F1D-862D-A2ADFF191178}" srcOrd="2" destOrd="0" presId="urn:microsoft.com/office/officeart/2005/8/layout/hList2"/>
    <dgm:cxn modelId="{1C1B6328-36F6-4DA6-9EA1-A5878D4EC620}" type="presParOf" srcId="{E227BCA3-06E3-48A5-9475-153EC38E951A}" destId="{28D19C17-9A3A-4C3F-9DA7-45D3386A998D}" srcOrd="1" destOrd="0" presId="urn:microsoft.com/office/officeart/2005/8/layout/hList2"/>
    <dgm:cxn modelId="{68CDE5C4-8032-479D-9498-F75C96C2B9AE}" type="presParOf" srcId="{E227BCA3-06E3-48A5-9475-153EC38E951A}" destId="{808A5671-CBCD-4441-9C3F-8A82527FE061}" srcOrd="2" destOrd="0" presId="urn:microsoft.com/office/officeart/2005/8/layout/hList2"/>
    <dgm:cxn modelId="{CB201500-2C28-4C7D-94D0-AC1D76F304D9}" type="presParOf" srcId="{808A5671-CBCD-4441-9C3F-8A82527FE061}" destId="{02AA6975-5CB5-41C0-8907-33C97DE6F3CB}" srcOrd="0" destOrd="0" presId="urn:microsoft.com/office/officeart/2005/8/layout/hList2"/>
    <dgm:cxn modelId="{CC95E350-0383-4F10-A818-8D791A8E723C}" type="presParOf" srcId="{808A5671-CBCD-4441-9C3F-8A82527FE061}" destId="{2C89A783-59F8-4D79-AC2E-F4A5845CB383}" srcOrd="1" destOrd="0" presId="urn:microsoft.com/office/officeart/2005/8/layout/hList2"/>
    <dgm:cxn modelId="{662EC862-AD01-40AA-8E7B-D77797D140FC}" type="presParOf" srcId="{808A5671-CBCD-4441-9C3F-8A82527FE061}" destId="{DFE91475-F2D9-46C3-A145-027641A8E316}" srcOrd="2" destOrd="0" presId="urn:microsoft.com/office/officeart/2005/8/layout/hList2"/>
    <dgm:cxn modelId="{1706C35E-AAFD-4EC4-AF14-1969A17849E7}" type="presParOf" srcId="{E227BCA3-06E3-48A5-9475-153EC38E951A}" destId="{D634CFA5-5336-4140-966C-E2EADBDA142D}" srcOrd="3" destOrd="0" presId="urn:microsoft.com/office/officeart/2005/8/layout/hList2"/>
    <dgm:cxn modelId="{F22BDF09-81B8-49BB-9FE8-0EE3EEDB6EF3}" type="presParOf" srcId="{E227BCA3-06E3-48A5-9475-153EC38E951A}" destId="{4738EE7C-0561-429C-8921-539E9180D57C}" srcOrd="4" destOrd="0" presId="urn:microsoft.com/office/officeart/2005/8/layout/hList2"/>
    <dgm:cxn modelId="{5B9CF01B-167C-470A-9EE3-7860D1DF9446}" type="presParOf" srcId="{4738EE7C-0561-429C-8921-539E9180D57C}" destId="{B3DC7E49-5067-4734-9E98-317ED5C04E19}" srcOrd="0" destOrd="0" presId="urn:microsoft.com/office/officeart/2005/8/layout/hList2"/>
    <dgm:cxn modelId="{22B3EBD1-15A9-40B6-AB45-2244A1ADF79C}" type="presParOf" srcId="{4738EE7C-0561-429C-8921-539E9180D57C}" destId="{6BE67377-EAC9-4734-954B-1E537A799B15}" srcOrd="1" destOrd="0" presId="urn:microsoft.com/office/officeart/2005/8/layout/hList2"/>
    <dgm:cxn modelId="{79B2FCD5-2D1F-4AC5-82ED-65147D88AB64}" type="presParOf" srcId="{4738EE7C-0561-429C-8921-539E9180D57C}" destId="{5449EB41-0645-48F3-9234-F3706D29AEE3}" srcOrd="2" destOrd="0" presId="urn:microsoft.com/office/officeart/2005/8/layout/hList2"/>
    <dgm:cxn modelId="{A6A4682A-DF6D-4F54-81C8-A8F055E4BF98}" type="presParOf" srcId="{E227BCA3-06E3-48A5-9475-153EC38E951A}" destId="{F4BF2028-E0B1-45B9-B275-3126C9DBF21A}" srcOrd="5" destOrd="0" presId="urn:microsoft.com/office/officeart/2005/8/layout/hList2"/>
    <dgm:cxn modelId="{947EA21B-00C2-4507-8313-CE80EEB97778}" type="presParOf" srcId="{E227BCA3-06E3-48A5-9475-153EC38E951A}" destId="{39F87AF4-95AB-4C11-94F5-10C477F62516}" srcOrd="6" destOrd="0" presId="urn:microsoft.com/office/officeart/2005/8/layout/hList2"/>
    <dgm:cxn modelId="{8BCCA251-06BA-4057-AF06-A99F737E343A}" type="presParOf" srcId="{39F87AF4-95AB-4C11-94F5-10C477F62516}" destId="{AA41627E-AAF0-4CB1-AFB2-3167053FDEAB}" srcOrd="0" destOrd="0" presId="urn:microsoft.com/office/officeart/2005/8/layout/hList2"/>
    <dgm:cxn modelId="{BC722848-FECC-4F7F-94C8-A7285B091F54}" type="presParOf" srcId="{39F87AF4-95AB-4C11-94F5-10C477F62516}" destId="{9E61AE9A-CDFA-4776-8074-2D4EBD752D75}" srcOrd="1" destOrd="0" presId="urn:microsoft.com/office/officeart/2005/8/layout/hList2"/>
    <dgm:cxn modelId="{E0B5B4D3-446A-47BC-AAFF-BE1E11AAA592}" type="presParOf" srcId="{39F87AF4-95AB-4C11-94F5-10C477F62516}" destId="{299D97A1-A6CE-459A-A499-0C9DCC83DFE4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9667C98-6364-4B37-BFD6-CB539DDE2BF6}" type="doc">
      <dgm:prSet loTypeId="urn:microsoft.com/office/officeart/2005/8/layout/process4" loCatId="list" qsTypeId="urn:microsoft.com/office/officeart/2005/8/quickstyle/simple4" qsCatId="simple" csTypeId="urn:microsoft.com/office/officeart/2005/8/colors/accent1_3" csCatId="accent1" phldr="1"/>
      <dgm:spPr/>
      <dgm:t>
        <a:bodyPr/>
        <a:lstStyle/>
        <a:p>
          <a:endParaRPr lang="ru-RU"/>
        </a:p>
      </dgm:t>
    </dgm:pt>
    <dgm:pt modelId="{CE1B2C4D-FA71-43F0-932A-07207B3988A9}">
      <dgm:prSet phldrT="[Текст]" custT="1"/>
      <dgm:spPr/>
      <dgm:t>
        <a:bodyPr/>
        <a:lstStyle/>
        <a:p>
          <a:r>
            <a:rPr lang="ru-RU" sz="1800" dirty="0">
              <a:latin typeface="Bahnschrift SemiBold" panose="020B0502040204020203" pitchFamily="34" charset="0"/>
            </a:rPr>
            <a:t>1 фаза</a:t>
          </a:r>
        </a:p>
      </dgm:t>
    </dgm:pt>
    <dgm:pt modelId="{94CC1D6F-5022-47DE-8705-970D2F1FF3DA}" type="parTrans" cxnId="{029C1733-EB06-490A-975F-0CCFBFD963F5}">
      <dgm:prSet/>
      <dgm:spPr/>
      <dgm:t>
        <a:bodyPr/>
        <a:lstStyle/>
        <a:p>
          <a:endParaRPr lang="ru-RU" sz="1800">
            <a:latin typeface="Bahnschrift SemiBold" panose="020B0502040204020203" pitchFamily="34" charset="0"/>
          </a:endParaRPr>
        </a:p>
      </dgm:t>
    </dgm:pt>
    <dgm:pt modelId="{EB69742B-8E6E-4751-91D6-BD32FC94140C}" type="sibTrans" cxnId="{029C1733-EB06-490A-975F-0CCFBFD963F5}">
      <dgm:prSet/>
      <dgm:spPr/>
      <dgm:t>
        <a:bodyPr/>
        <a:lstStyle/>
        <a:p>
          <a:endParaRPr lang="ru-RU" sz="1800">
            <a:latin typeface="Bahnschrift SemiBold" panose="020B0502040204020203" pitchFamily="34" charset="0"/>
          </a:endParaRPr>
        </a:p>
      </dgm:t>
    </dgm:pt>
    <dgm:pt modelId="{6AF51452-E13A-4C75-926F-8A73391B3E1A}">
      <dgm:prSet phldrT="[Текст]" custT="1"/>
      <dgm:spPr/>
      <dgm:t>
        <a:bodyPr/>
        <a:lstStyle/>
        <a:p>
          <a:r>
            <a:rPr lang="ru-RU" sz="1800" dirty="0">
              <a:latin typeface="Bahnschrift SemiBold" panose="020B0502040204020203" pitchFamily="34" charset="0"/>
            </a:rPr>
            <a:t>Огромное количество здоровья</a:t>
          </a:r>
        </a:p>
      </dgm:t>
    </dgm:pt>
    <dgm:pt modelId="{E518DC49-0D28-429A-A011-76F571D63642}" type="parTrans" cxnId="{C8904EE6-3285-4DF5-8895-068F93C86F7F}">
      <dgm:prSet/>
      <dgm:spPr/>
      <dgm:t>
        <a:bodyPr/>
        <a:lstStyle/>
        <a:p>
          <a:endParaRPr lang="ru-RU" sz="1800">
            <a:latin typeface="Bahnschrift SemiBold" panose="020B0502040204020203" pitchFamily="34" charset="0"/>
          </a:endParaRPr>
        </a:p>
      </dgm:t>
    </dgm:pt>
    <dgm:pt modelId="{E1049ED9-21C9-40AD-ACE8-FDDD7C5A0D76}" type="sibTrans" cxnId="{C8904EE6-3285-4DF5-8895-068F93C86F7F}">
      <dgm:prSet/>
      <dgm:spPr/>
      <dgm:t>
        <a:bodyPr/>
        <a:lstStyle/>
        <a:p>
          <a:endParaRPr lang="ru-RU" sz="1800">
            <a:latin typeface="Bahnschrift SemiBold" panose="020B0502040204020203" pitchFamily="34" charset="0"/>
          </a:endParaRPr>
        </a:p>
      </dgm:t>
    </dgm:pt>
    <dgm:pt modelId="{F8A9AEC6-6BE9-4C22-8578-2C9D65505044}">
      <dgm:prSet phldrT="[Текст]" custT="1"/>
      <dgm:spPr/>
      <dgm:t>
        <a:bodyPr/>
        <a:lstStyle/>
        <a:p>
          <a:r>
            <a:rPr lang="ru-RU" sz="1800" dirty="0">
              <a:latin typeface="Bahnschrift SemiBold" panose="020B0502040204020203" pitchFamily="34" charset="0"/>
            </a:rPr>
            <a:t>Большое бронирование</a:t>
          </a:r>
        </a:p>
      </dgm:t>
    </dgm:pt>
    <dgm:pt modelId="{4DF3D2EC-0B3D-46D3-A01F-7434EB9B3B9A}" type="parTrans" cxnId="{BC5E7F27-2FD2-476C-A30A-52AE51692693}">
      <dgm:prSet/>
      <dgm:spPr/>
      <dgm:t>
        <a:bodyPr/>
        <a:lstStyle/>
        <a:p>
          <a:endParaRPr lang="ru-RU" sz="1800">
            <a:latin typeface="Bahnschrift SemiBold" panose="020B0502040204020203" pitchFamily="34" charset="0"/>
          </a:endParaRPr>
        </a:p>
      </dgm:t>
    </dgm:pt>
    <dgm:pt modelId="{D9F10783-5D68-4FB9-AAF8-F3EE6EEE779A}" type="sibTrans" cxnId="{BC5E7F27-2FD2-476C-A30A-52AE51692693}">
      <dgm:prSet/>
      <dgm:spPr/>
      <dgm:t>
        <a:bodyPr/>
        <a:lstStyle/>
        <a:p>
          <a:endParaRPr lang="ru-RU" sz="1800">
            <a:latin typeface="Bahnschrift SemiBold" panose="020B0502040204020203" pitchFamily="34" charset="0"/>
          </a:endParaRPr>
        </a:p>
      </dgm:t>
    </dgm:pt>
    <dgm:pt modelId="{DDEFB271-2903-49BE-B079-10B0AA8033B2}">
      <dgm:prSet phldrT="[Текст]" custT="1"/>
      <dgm:spPr/>
      <dgm:t>
        <a:bodyPr/>
        <a:lstStyle/>
        <a:p>
          <a:r>
            <a:rPr lang="ru-RU" sz="1800" dirty="0">
              <a:latin typeface="Bahnschrift SemiBold" panose="020B0502040204020203" pitchFamily="34" charset="0"/>
            </a:rPr>
            <a:t>2 фаза</a:t>
          </a:r>
        </a:p>
      </dgm:t>
    </dgm:pt>
    <dgm:pt modelId="{1322BC6B-CFF5-4E35-B317-9603E3C622AA}" type="parTrans" cxnId="{6C7FBCD9-D078-43BE-9438-D9FC904152FE}">
      <dgm:prSet/>
      <dgm:spPr/>
      <dgm:t>
        <a:bodyPr/>
        <a:lstStyle/>
        <a:p>
          <a:endParaRPr lang="ru-RU" sz="1800">
            <a:latin typeface="Bahnschrift SemiBold" panose="020B0502040204020203" pitchFamily="34" charset="0"/>
          </a:endParaRPr>
        </a:p>
      </dgm:t>
    </dgm:pt>
    <dgm:pt modelId="{3D4523EB-60E5-4AFD-896D-8AC3E4B6B6B5}" type="sibTrans" cxnId="{6C7FBCD9-D078-43BE-9438-D9FC904152FE}">
      <dgm:prSet/>
      <dgm:spPr/>
      <dgm:t>
        <a:bodyPr/>
        <a:lstStyle/>
        <a:p>
          <a:endParaRPr lang="ru-RU" sz="1800">
            <a:latin typeface="Bahnschrift SemiBold" panose="020B0502040204020203" pitchFamily="34" charset="0"/>
          </a:endParaRPr>
        </a:p>
      </dgm:t>
    </dgm:pt>
    <dgm:pt modelId="{C5A6ACE5-0152-4E28-A532-BF4983015CDE}">
      <dgm:prSet phldrT="[Текст]" custT="1"/>
      <dgm:spPr/>
      <dgm:t>
        <a:bodyPr/>
        <a:lstStyle/>
        <a:p>
          <a:r>
            <a:rPr lang="ru-RU" sz="1800" dirty="0">
              <a:latin typeface="Bahnschrift SemiBold" panose="020B0502040204020203" pitchFamily="34" charset="0"/>
            </a:rPr>
            <a:t>Половина от начального здоровья</a:t>
          </a:r>
        </a:p>
      </dgm:t>
    </dgm:pt>
    <dgm:pt modelId="{1268DD26-9C0C-45C2-8E5E-7707F9220F68}" type="parTrans" cxnId="{9E4822DE-8E1A-4DA5-AD93-CE852849A217}">
      <dgm:prSet/>
      <dgm:spPr/>
      <dgm:t>
        <a:bodyPr/>
        <a:lstStyle/>
        <a:p>
          <a:endParaRPr lang="ru-RU" sz="1800">
            <a:latin typeface="Bahnschrift SemiBold" panose="020B0502040204020203" pitchFamily="34" charset="0"/>
          </a:endParaRPr>
        </a:p>
      </dgm:t>
    </dgm:pt>
    <dgm:pt modelId="{BD037DAC-17CE-4458-A44F-2325EF82A307}" type="sibTrans" cxnId="{9E4822DE-8E1A-4DA5-AD93-CE852849A217}">
      <dgm:prSet/>
      <dgm:spPr/>
      <dgm:t>
        <a:bodyPr/>
        <a:lstStyle/>
        <a:p>
          <a:endParaRPr lang="ru-RU" sz="1800">
            <a:latin typeface="Bahnschrift SemiBold" panose="020B0502040204020203" pitchFamily="34" charset="0"/>
          </a:endParaRPr>
        </a:p>
      </dgm:t>
    </dgm:pt>
    <dgm:pt modelId="{63D84EC8-4044-4D30-BC92-9F8B2049C5B0}">
      <dgm:prSet phldrT="[Текст]" custT="1"/>
      <dgm:spPr/>
      <dgm:t>
        <a:bodyPr/>
        <a:lstStyle/>
        <a:p>
          <a:r>
            <a:rPr lang="ru-RU" sz="1800" dirty="0">
              <a:latin typeface="Bahnschrift SemiBold" panose="020B0502040204020203" pitchFamily="34" charset="0"/>
            </a:rPr>
            <a:t>Умеренное бронирование</a:t>
          </a:r>
        </a:p>
      </dgm:t>
    </dgm:pt>
    <dgm:pt modelId="{8ED5C202-905B-4BE8-9D0B-CDE637C7D7B4}" type="parTrans" cxnId="{801711D5-187F-4880-A299-0BB10FA22EE2}">
      <dgm:prSet/>
      <dgm:spPr/>
      <dgm:t>
        <a:bodyPr/>
        <a:lstStyle/>
        <a:p>
          <a:endParaRPr lang="ru-RU" sz="1800">
            <a:latin typeface="Bahnschrift SemiBold" panose="020B0502040204020203" pitchFamily="34" charset="0"/>
          </a:endParaRPr>
        </a:p>
      </dgm:t>
    </dgm:pt>
    <dgm:pt modelId="{9BBC9982-5664-4D6D-B233-E0BE94BFBB96}" type="sibTrans" cxnId="{801711D5-187F-4880-A299-0BB10FA22EE2}">
      <dgm:prSet/>
      <dgm:spPr/>
      <dgm:t>
        <a:bodyPr/>
        <a:lstStyle/>
        <a:p>
          <a:endParaRPr lang="ru-RU" sz="1800">
            <a:latin typeface="Bahnschrift SemiBold" panose="020B0502040204020203" pitchFamily="34" charset="0"/>
          </a:endParaRPr>
        </a:p>
      </dgm:t>
    </dgm:pt>
    <dgm:pt modelId="{4AA25F7E-0E1F-45F1-9406-09AEF13C2B4B}">
      <dgm:prSet phldrT="[Текст]" custT="1"/>
      <dgm:spPr/>
      <dgm:t>
        <a:bodyPr/>
        <a:lstStyle/>
        <a:p>
          <a:r>
            <a:rPr lang="ru-RU" sz="1800" dirty="0">
              <a:latin typeface="Bahnschrift SemiBold" panose="020B0502040204020203" pitchFamily="34" charset="0"/>
            </a:rPr>
            <a:t>Умеренная скорость</a:t>
          </a:r>
        </a:p>
      </dgm:t>
    </dgm:pt>
    <dgm:pt modelId="{FDC41B7E-16FA-4385-B2F1-5192CFF043DC}" type="parTrans" cxnId="{AFD21F00-16EC-42D4-9FF7-CE4A6E174E78}">
      <dgm:prSet/>
      <dgm:spPr/>
      <dgm:t>
        <a:bodyPr/>
        <a:lstStyle/>
        <a:p>
          <a:endParaRPr lang="ru-RU" sz="1800">
            <a:latin typeface="Bahnschrift SemiBold" panose="020B0502040204020203" pitchFamily="34" charset="0"/>
          </a:endParaRPr>
        </a:p>
      </dgm:t>
    </dgm:pt>
    <dgm:pt modelId="{49E07EEB-F953-4B3E-BCDC-83445C9A0E15}" type="sibTrans" cxnId="{AFD21F00-16EC-42D4-9FF7-CE4A6E174E78}">
      <dgm:prSet/>
      <dgm:spPr/>
      <dgm:t>
        <a:bodyPr/>
        <a:lstStyle/>
        <a:p>
          <a:endParaRPr lang="ru-RU" sz="1800">
            <a:latin typeface="Bahnschrift SemiBold" panose="020B0502040204020203" pitchFamily="34" charset="0"/>
          </a:endParaRPr>
        </a:p>
      </dgm:t>
    </dgm:pt>
    <dgm:pt modelId="{106ADBCC-CDB3-4CFF-8C20-4CF1C218CC1E}">
      <dgm:prSet phldrT="[Текст]" custT="1"/>
      <dgm:spPr/>
      <dgm:t>
        <a:bodyPr/>
        <a:lstStyle/>
        <a:p>
          <a:r>
            <a:rPr lang="ru-RU" sz="1800" dirty="0">
              <a:latin typeface="Bahnschrift SemiBold" panose="020B0502040204020203" pitchFamily="34" charset="0"/>
            </a:rPr>
            <a:t>Медленный</a:t>
          </a:r>
        </a:p>
      </dgm:t>
    </dgm:pt>
    <dgm:pt modelId="{B7DF5463-3779-4C4D-AEC7-BCAE6046A380}" type="parTrans" cxnId="{A7568EED-7817-40DF-AF74-6A416B570719}">
      <dgm:prSet/>
      <dgm:spPr/>
      <dgm:t>
        <a:bodyPr/>
        <a:lstStyle/>
        <a:p>
          <a:endParaRPr lang="ru-RU" sz="1800">
            <a:latin typeface="Bahnschrift SemiBold" panose="020B0502040204020203" pitchFamily="34" charset="0"/>
          </a:endParaRPr>
        </a:p>
      </dgm:t>
    </dgm:pt>
    <dgm:pt modelId="{1DC88E1D-9B7A-483D-866D-CFA8EF42256C}" type="sibTrans" cxnId="{A7568EED-7817-40DF-AF74-6A416B570719}">
      <dgm:prSet/>
      <dgm:spPr/>
      <dgm:t>
        <a:bodyPr/>
        <a:lstStyle/>
        <a:p>
          <a:endParaRPr lang="ru-RU" sz="1800">
            <a:latin typeface="Bahnschrift SemiBold" panose="020B0502040204020203" pitchFamily="34" charset="0"/>
          </a:endParaRPr>
        </a:p>
      </dgm:t>
    </dgm:pt>
    <dgm:pt modelId="{71AF246E-5AD1-408F-B484-EF209BB9EBF5}" type="pres">
      <dgm:prSet presAssocID="{59667C98-6364-4B37-BFD6-CB539DDE2BF6}" presName="Name0" presStyleCnt="0">
        <dgm:presLayoutVars>
          <dgm:dir/>
          <dgm:animLvl val="lvl"/>
          <dgm:resizeHandles val="exact"/>
        </dgm:presLayoutVars>
      </dgm:prSet>
      <dgm:spPr/>
    </dgm:pt>
    <dgm:pt modelId="{AEDB2618-443F-479F-9C7E-24446B4FCB0C}" type="pres">
      <dgm:prSet presAssocID="{DDEFB271-2903-49BE-B079-10B0AA8033B2}" presName="boxAndChildren" presStyleCnt="0"/>
      <dgm:spPr/>
    </dgm:pt>
    <dgm:pt modelId="{7F93E9A6-754B-4908-A98D-E6CB9314919D}" type="pres">
      <dgm:prSet presAssocID="{DDEFB271-2903-49BE-B079-10B0AA8033B2}" presName="parentTextBox" presStyleLbl="node1" presStyleIdx="0" presStyleCnt="2"/>
      <dgm:spPr/>
    </dgm:pt>
    <dgm:pt modelId="{601EF3F3-4FA6-44EC-9162-A62C13EFA157}" type="pres">
      <dgm:prSet presAssocID="{DDEFB271-2903-49BE-B079-10B0AA8033B2}" presName="entireBox" presStyleLbl="node1" presStyleIdx="0" presStyleCnt="2"/>
      <dgm:spPr/>
    </dgm:pt>
    <dgm:pt modelId="{033246A3-7E1E-4CBC-AA4D-58FA6CAE75EC}" type="pres">
      <dgm:prSet presAssocID="{DDEFB271-2903-49BE-B079-10B0AA8033B2}" presName="descendantBox" presStyleCnt="0"/>
      <dgm:spPr/>
    </dgm:pt>
    <dgm:pt modelId="{1816D6E2-6621-4C9F-957E-74969DCA36C7}" type="pres">
      <dgm:prSet presAssocID="{C5A6ACE5-0152-4E28-A532-BF4983015CDE}" presName="childTextBox" presStyleLbl="fgAccFollowNode1" presStyleIdx="0" presStyleCnt="6">
        <dgm:presLayoutVars>
          <dgm:bulletEnabled val="1"/>
        </dgm:presLayoutVars>
      </dgm:prSet>
      <dgm:spPr/>
    </dgm:pt>
    <dgm:pt modelId="{DE378189-045C-4F52-AF5B-9D269011BF05}" type="pres">
      <dgm:prSet presAssocID="{63D84EC8-4044-4D30-BC92-9F8B2049C5B0}" presName="childTextBox" presStyleLbl="fgAccFollowNode1" presStyleIdx="1" presStyleCnt="6">
        <dgm:presLayoutVars>
          <dgm:bulletEnabled val="1"/>
        </dgm:presLayoutVars>
      </dgm:prSet>
      <dgm:spPr/>
    </dgm:pt>
    <dgm:pt modelId="{6138273A-51CB-4EA2-88BD-480076615025}" type="pres">
      <dgm:prSet presAssocID="{4AA25F7E-0E1F-45F1-9406-09AEF13C2B4B}" presName="childTextBox" presStyleLbl="fgAccFollowNode1" presStyleIdx="2" presStyleCnt="6">
        <dgm:presLayoutVars>
          <dgm:bulletEnabled val="1"/>
        </dgm:presLayoutVars>
      </dgm:prSet>
      <dgm:spPr/>
    </dgm:pt>
    <dgm:pt modelId="{CFBC1D32-0F87-4D46-A206-117E36DA259D}" type="pres">
      <dgm:prSet presAssocID="{EB69742B-8E6E-4751-91D6-BD32FC94140C}" presName="sp" presStyleCnt="0"/>
      <dgm:spPr/>
    </dgm:pt>
    <dgm:pt modelId="{67050968-3A50-4329-B2E4-F0ADFCD70EA9}" type="pres">
      <dgm:prSet presAssocID="{CE1B2C4D-FA71-43F0-932A-07207B3988A9}" presName="arrowAndChildren" presStyleCnt="0"/>
      <dgm:spPr/>
    </dgm:pt>
    <dgm:pt modelId="{0A4F93C5-7CAE-4ED7-B98E-33E0D8E95F07}" type="pres">
      <dgm:prSet presAssocID="{CE1B2C4D-FA71-43F0-932A-07207B3988A9}" presName="parentTextArrow" presStyleLbl="node1" presStyleIdx="0" presStyleCnt="2"/>
      <dgm:spPr/>
    </dgm:pt>
    <dgm:pt modelId="{86563D3D-37B9-4B08-8A8A-9F8AAFC71029}" type="pres">
      <dgm:prSet presAssocID="{CE1B2C4D-FA71-43F0-932A-07207B3988A9}" presName="arrow" presStyleLbl="node1" presStyleIdx="1" presStyleCnt="2"/>
      <dgm:spPr/>
    </dgm:pt>
    <dgm:pt modelId="{89D624A1-697D-48A6-8C37-CF6635BE1BD5}" type="pres">
      <dgm:prSet presAssocID="{CE1B2C4D-FA71-43F0-932A-07207B3988A9}" presName="descendantArrow" presStyleCnt="0"/>
      <dgm:spPr/>
    </dgm:pt>
    <dgm:pt modelId="{66084515-B2B9-42CC-927E-B9C41C1E9D7D}" type="pres">
      <dgm:prSet presAssocID="{6AF51452-E13A-4C75-926F-8A73391B3E1A}" presName="childTextArrow" presStyleLbl="fgAccFollowNode1" presStyleIdx="3" presStyleCnt="6">
        <dgm:presLayoutVars>
          <dgm:bulletEnabled val="1"/>
        </dgm:presLayoutVars>
      </dgm:prSet>
      <dgm:spPr/>
    </dgm:pt>
    <dgm:pt modelId="{4C67B235-CF0A-4C24-A3F6-B7F6C4AC8404}" type="pres">
      <dgm:prSet presAssocID="{F8A9AEC6-6BE9-4C22-8578-2C9D65505044}" presName="childTextArrow" presStyleLbl="fgAccFollowNode1" presStyleIdx="4" presStyleCnt="6">
        <dgm:presLayoutVars>
          <dgm:bulletEnabled val="1"/>
        </dgm:presLayoutVars>
      </dgm:prSet>
      <dgm:spPr/>
    </dgm:pt>
    <dgm:pt modelId="{F1B12E3E-2EE1-4820-9764-402C5DF2D301}" type="pres">
      <dgm:prSet presAssocID="{106ADBCC-CDB3-4CFF-8C20-4CF1C218CC1E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AFD21F00-16EC-42D4-9FF7-CE4A6E174E78}" srcId="{DDEFB271-2903-49BE-B079-10B0AA8033B2}" destId="{4AA25F7E-0E1F-45F1-9406-09AEF13C2B4B}" srcOrd="2" destOrd="0" parTransId="{FDC41B7E-16FA-4385-B2F1-5192CFF043DC}" sibTransId="{49E07EEB-F953-4B3E-BCDC-83445C9A0E15}"/>
    <dgm:cxn modelId="{74B96127-8148-4C6F-93D5-986FD15730D3}" type="presOf" srcId="{6AF51452-E13A-4C75-926F-8A73391B3E1A}" destId="{66084515-B2B9-42CC-927E-B9C41C1E9D7D}" srcOrd="0" destOrd="0" presId="urn:microsoft.com/office/officeart/2005/8/layout/process4"/>
    <dgm:cxn modelId="{BC5E7F27-2FD2-476C-A30A-52AE51692693}" srcId="{CE1B2C4D-FA71-43F0-932A-07207B3988A9}" destId="{F8A9AEC6-6BE9-4C22-8578-2C9D65505044}" srcOrd="1" destOrd="0" parTransId="{4DF3D2EC-0B3D-46D3-A01F-7434EB9B3B9A}" sibTransId="{D9F10783-5D68-4FB9-AAF8-F3EE6EEE779A}"/>
    <dgm:cxn modelId="{029C1733-EB06-490A-975F-0CCFBFD963F5}" srcId="{59667C98-6364-4B37-BFD6-CB539DDE2BF6}" destId="{CE1B2C4D-FA71-43F0-932A-07207B3988A9}" srcOrd="0" destOrd="0" parTransId="{94CC1D6F-5022-47DE-8705-970D2F1FF3DA}" sibTransId="{EB69742B-8E6E-4751-91D6-BD32FC94140C}"/>
    <dgm:cxn modelId="{79D64734-43AE-4270-9765-01C236A9491A}" type="presOf" srcId="{DDEFB271-2903-49BE-B079-10B0AA8033B2}" destId="{601EF3F3-4FA6-44EC-9162-A62C13EFA157}" srcOrd="1" destOrd="0" presId="urn:microsoft.com/office/officeart/2005/8/layout/process4"/>
    <dgm:cxn modelId="{25B65F3E-8935-430B-8686-952DDF21F0E9}" type="presOf" srcId="{106ADBCC-CDB3-4CFF-8C20-4CF1C218CC1E}" destId="{F1B12E3E-2EE1-4820-9764-402C5DF2D301}" srcOrd="0" destOrd="0" presId="urn:microsoft.com/office/officeart/2005/8/layout/process4"/>
    <dgm:cxn modelId="{3154C25F-9790-423A-B92A-215116D98D61}" type="presOf" srcId="{DDEFB271-2903-49BE-B079-10B0AA8033B2}" destId="{7F93E9A6-754B-4908-A98D-E6CB9314919D}" srcOrd="0" destOrd="0" presId="urn:microsoft.com/office/officeart/2005/8/layout/process4"/>
    <dgm:cxn modelId="{3417106D-221B-4D05-9C38-2729B104ABF4}" type="presOf" srcId="{4AA25F7E-0E1F-45F1-9406-09AEF13C2B4B}" destId="{6138273A-51CB-4EA2-88BD-480076615025}" srcOrd="0" destOrd="0" presId="urn:microsoft.com/office/officeart/2005/8/layout/process4"/>
    <dgm:cxn modelId="{D85FE670-82FA-44E6-ACF0-7B3D58F9DADB}" type="presOf" srcId="{C5A6ACE5-0152-4E28-A532-BF4983015CDE}" destId="{1816D6E2-6621-4C9F-957E-74969DCA36C7}" srcOrd="0" destOrd="0" presId="urn:microsoft.com/office/officeart/2005/8/layout/process4"/>
    <dgm:cxn modelId="{67967052-DA42-465C-AB02-C2073FB36C92}" type="presOf" srcId="{F8A9AEC6-6BE9-4C22-8578-2C9D65505044}" destId="{4C67B235-CF0A-4C24-A3F6-B7F6C4AC8404}" srcOrd="0" destOrd="0" presId="urn:microsoft.com/office/officeart/2005/8/layout/process4"/>
    <dgm:cxn modelId="{7321DA8B-2093-457D-A6F5-241D5E101990}" type="presOf" srcId="{CE1B2C4D-FA71-43F0-932A-07207B3988A9}" destId="{0A4F93C5-7CAE-4ED7-B98E-33E0D8E95F07}" srcOrd="0" destOrd="0" presId="urn:microsoft.com/office/officeart/2005/8/layout/process4"/>
    <dgm:cxn modelId="{53854E93-9F03-4A49-BEB4-6A634E2EEA18}" type="presOf" srcId="{63D84EC8-4044-4D30-BC92-9F8B2049C5B0}" destId="{DE378189-045C-4F52-AF5B-9D269011BF05}" srcOrd="0" destOrd="0" presId="urn:microsoft.com/office/officeart/2005/8/layout/process4"/>
    <dgm:cxn modelId="{026DF6A1-191E-4959-ADFD-7945875597B9}" type="presOf" srcId="{CE1B2C4D-FA71-43F0-932A-07207B3988A9}" destId="{86563D3D-37B9-4B08-8A8A-9F8AAFC71029}" srcOrd="1" destOrd="0" presId="urn:microsoft.com/office/officeart/2005/8/layout/process4"/>
    <dgm:cxn modelId="{801711D5-187F-4880-A299-0BB10FA22EE2}" srcId="{DDEFB271-2903-49BE-B079-10B0AA8033B2}" destId="{63D84EC8-4044-4D30-BC92-9F8B2049C5B0}" srcOrd="1" destOrd="0" parTransId="{8ED5C202-905B-4BE8-9D0B-CDE637C7D7B4}" sibTransId="{9BBC9982-5664-4D6D-B233-E0BE94BFBB96}"/>
    <dgm:cxn modelId="{6C7FBCD9-D078-43BE-9438-D9FC904152FE}" srcId="{59667C98-6364-4B37-BFD6-CB539DDE2BF6}" destId="{DDEFB271-2903-49BE-B079-10B0AA8033B2}" srcOrd="1" destOrd="0" parTransId="{1322BC6B-CFF5-4E35-B317-9603E3C622AA}" sibTransId="{3D4523EB-60E5-4AFD-896D-8AC3E4B6B6B5}"/>
    <dgm:cxn modelId="{9E4822DE-8E1A-4DA5-AD93-CE852849A217}" srcId="{DDEFB271-2903-49BE-B079-10B0AA8033B2}" destId="{C5A6ACE5-0152-4E28-A532-BF4983015CDE}" srcOrd="0" destOrd="0" parTransId="{1268DD26-9C0C-45C2-8E5E-7707F9220F68}" sibTransId="{BD037DAC-17CE-4458-A44F-2325EF82A307}"/>
    <dgm:cxn modelId="{C8904EE6-3285-4DF5-8895-068F93C86F7F}" srcId="{CE1B2C4D-FA71-43F0-932A-07207B3988A9}" destId="{6AF51452-E13A-4C75-926F-8A73391B3E1A}" srcOrd="0" destOrd="0" parTransId="{E518DC49-0D28-429A-A011-76F571D63642}" sibTransId="{E1049ED9-21C9-40AD-ACE8-FDDD7C5A0D76}"/>
    <dgm:cxn modelId="{A7568EED-7817-40DF-AF74-6A416B570719}" srcId="{CE1B2C4D-FA71-43F0-932A-07207B3988A9}" destId="{106ADBCC-CDB3-4CFF-8C20-4CF1C218CC1E}" srcOrd="2" destOrd="0" parTransId="{B7DF5463-3779-4C4D-AEC7-BCAE6046A380}" sibTransId="{1DC88E1D-9B7A-483D-866D-CFA8EF42256C}"/>
    <dgm:cxn modelId="{6DD0C1FD-65B5-4DD7-9BBA-DF192381E14F}" type="presOf" srcId="{59667C98-6364-4B37-BFD6-CB539DDE2BF6}" destId="{71AF246E-5AD1-408F-B484-EF209BB9EBF5}" srcOrd="0" destOrd="0" presId="urn:microsoft.com/office/officeart/2005/8/layout/process4"/>
    <dgm:cxn modelId="{61CA669D-940B-4867-96E4-C2B3865FA214}" type="presParOf" srcId="{71AF246E-5AD1-408F-B484-EF209BB9EBF5}" destId="{AEDB2618-443F-479F-9C7E-24446B4FCB0C}" srcOrd="0" destOrd="0" presId="urn:microsoft.com/office/officeart/2005/8/layout/process4"/>
    <dgm:cxn modelId="{31D24ECC-88AE-403A-8B44-5F159794A90D}" type="presParOf" srcId="{AEDB2618-443F-479F-9C7E-24446B4FCB0C}" destId="{7F93E9A6-754B-4908-A98D-E6CB9314919D}" srcOrd="0" destOrd="0" presId="urn:microsoft.com/office/officeart/2005/8/layout/process4"/>
    <dgm:cxn modelId="{5C064E91-E6EF-460B-A05C-55A09DCEA6A5}" type="presParOf" srcId="{AEDB2618-443F-479F-9C7E-24446B4FCB0C}" destId="{601EF3F3-4FA6-44EC-9162-A62C13EFA157}" srcOrd="1" destOrd="0" presId="urn:microsoft.com/office/officeart/2005/8/layout/process4"/>
    <dgm:cxn modelId="{103A04DD-3C75-4886-8621-2661627CA8F9}" type="presParOf" srcId="{AEDB2618-443F-479F-9C7E-24446B4FCB0C}" destId="{033246A3-7E1E-4CBC-AA4D-58FA6CAE75EC}" srcOrd="2" destOrd="0" presId="urn:microsoft.com/office/officeart/2005/8/layout/process4"/>
    <dgm:cxn modelId="{BA00CF70-988A-4E66-87EB-F874ACB268F5}" type="presParOf" srcId="{033246A3-7E1E-4CBC-AA4D-58FA6CAE75EC}" destId="{1816D6E2-6621-4C9F-957E-74969DCA36C7}" srcOrd="0" destOrd="0" presId="urn:microsoft.com/office/officeart/2005/8/layout/process4"/>
    <dgm:cxn modelId="{620B3B28-6FF1-4A97-95F1-E5010D08E6B0}" type="presParOf" srcId="{033246A3-7E1E-4CBC-AA4D-58FA6CAE75EC}" destId="{DE378189-045C-4F52-AF5B-9D269011BF05}" srcOrd="1" destOrd="0" presId="urn:microsoft.com/office/officeart/2005/8/layout/process4"/>
    <dgm:cxn modelId="{34EB749E-4F86-4778-8845-B8DA889EE329}" type="presParOf" srcId="{033246A3-7E1E-4CBC-AA4D-58FA6CAE75EC}" destId="{6138273A-51CB-4EA2-88BD-480076615025}" srcOrd="2" destOrd="0" presId="urn:microsoft.com/office/officeart/2005/8/layout/process4"/>
    <dgm:cxn modelId="{B18A4C5B-F4D6-497C-B022-CE4A22037C6F}" type="presParOf" srcId="{71AF246E-5AD1-408F-B484-EF209BB9EBF5}" destId="{CFBC1D32-0F87-4D46-A206-117E36DA259D}" srcOrd="1" destOrd="0" presId="urn:microsoft.com/office/officeart/2005/8/layout/process4"/>
    <dgm:cxn modelId="{3A5170F4-C15A-4416-8E8B-C19F2B379941}" type="presParOf" srcId="{71AF246E-5AD1-408F-B484-EF209BB9EBF5}" destId="{67050968-3A50-4329-B2E4-F0ADFCD70EA9}" srcOrd="2" destOrd="0" presId="urn:microsoft.com/office/officeart/2005/8/layout/process4"/>
    <dgm:cxn modelId="{C87DFCDE-8920-46D7-BA93-78091AE6730D}" type="presParOf" srcId="{67050968-3A50-4329-B2E4-F0ADFCD70EA9}" destId="{0A4F93C5-7CAE-4ED7-B98E-33E0D8E95F07}" srcOrd="0" destOrd="0" presId="urn:microsoft.com/office/officeart/2005/8/layout/process4"/>
    <dgm:cxn modelId="{C4D201BD-78A8-45E2-BA95-3FA07733029D}" type="presParOf" srcId="{67050968-3A50-4329-B2E4-F0ADFCD70EA9}" destId="{86563D3D-37B9-4B08-8A8A-9F8AAFC71029}" srcOrd="1" destOrd="0" presId="urn:microsoft.com/office/officeart/2005/8/layout/process4"/>
    <dgm:cxn modelId="{367B547D-CDD4-4181-80B9-2C4D1F20E500}" type="presParOf" srcId="{67050968-3A50-4329-B2E4-F0ADFCD70EA9}" destId="{89D624A1-697D-48A6-8C37-CF6635BE1BD5}" srcOrd="2" destOrd="0" presId="urn:microsoft.com/office/officeart/2005/8/layout/process4"/>
    <dgm:cxn modelId="{3995FD5A-1E02-4B43-870D-960C62147D65}" type="presParOf" srcId="{89D624A1-697D-48A6-8C37-CF6635BE1BD5}" destId="{66084515-B2B9-42CC-927E-B9C41C1E9D7D}" srcOrd="0" destOrd="0" presId="urn:microsoft.com/office/officeart/2005/8/layout/process4"/>
    <dgm:cxn modelId="{73453542-3718-4DFC-89FE-EF91AE904439}" type="presParOf" srcId="{89D624A1-697D-48A6-8C37-CF6635BE1BD5}" destId="{4C67B235-CF0A-4C24-A3F6-B7F6C4AC8404}" srcOrd="1" destOrd="0" presId="urn:microsoft.com/office/officeart/2005/8/layout/process4"/>
    <dgm:cxn modelId="{1DA67315-E6DE-40FB-8172-9FF022E7104E}" type="presParOf" srcId="{89D624A1-697D-48A6-8C37-CF6635BE1BD5}" destId="{F1B12E3E-2EE1-4820-9764-402C5DF2D301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5C5EF2-4B8C-4F83-83A0-0D1977F42CAC}">
      <dsp:nvSpPr>
        <dsp:cNvPr id="0" name=""/>
        <dsp:cNvSpPr/>
      </dsp:nvSpPr>
      <dsp:spPr>
        <a:xfrm>
          <a:off x="4569303" y="64014"/>
          <a:ext cx="6897324" cy="727214"/>
        </a:xfrm>
        <a:prstGeom prst="snip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3600" kern="1200" baseline="0" dirty="0">
              <a:latin typeface="Bahnschrift SemiBold" panose="020B0502040204020203" pitchFamily="34" charset="0"/>
            </a:rPr>
            <a:t>Библиотека для игр</a:t>
          </a:r>
        </a:p>
      </dsp:txBody>
      <dsp:txXfrm>
        <a:off x="4629905" y="124616"/>
        <a:ext cx="6776120" cy="666612"/>
      </dsp:txXfrm>
    </dsp:sp>
    <dsp:sp modelId="{0ADECD57-5E5A-4BCC-A630-EDEDB5DF5E8B}">
      <dsp:nvSpPr>
        <dsp:cNvPr id="0" name=""/>
        <dsp:cNvSpPr/>
      </dsp:nvSpPr>
      <dsp:spPr>
        <a:xfrm>
          <a:off x="1587" y="1510"/>
          <a:ext cx="4600332" cy="817636"/>
        </a:xfrm>
        <a:prstGeom prst="snip1Rect">
          <a:avLst/>
        </a:prstGeom>
        <a:solidFill>
          <a:schemeClr val="accent2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Bahnschrift SemiBold" panose="020B0502040204020203" pitchFamily="34" charset="0"/>
            </a:rPr>
            <a:t>Arcade</a:t>
          </a:r>
          <a:endParaRPr lang="ru-RU" sz="3600" kern="1200" dirty="0">
            <a:latin typeface="Bahnschrift SemiBold" panose="020B0502040204020203" pitchFamily="34" charset="0"/>
          </a:endParaRPr>
        </a:p>
      </dsp:txBody>
      <dsp:txXfrm>
        <a:off x="1587" y="69648"/>
        <a:ext cx="4532194" cy="749498"/>
      </dsp:txXfrm>
    </dsp:sp>
    <dsp:sp modelId="{54AB28E3-682A-4BC8-80F1-F117C151CB89}">
      <dsp:nvSpPr>
        <dsp:cNvPr id="0" name=""/>
        <dsp:cNvSpPr/>
      </dsp:nvSpPr>
      <dsp:spPr>
        <a:xfrm>
          <a:off x="4569303" y="963414"/>
          <a:ext cx="6897324" cy="727214"/>
        </a:xfrm>
        <a:prstGeom prst="snip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3600" kern="1200" baseline="0" dirty="0">
              <a:latin typeface="Bahnschrift SemiBold" panose="020B0502040204020203" pitchFamily="34" charset="0"/>
            </a:rPr>
            <a:t>Библиотека для работы с </a:t>
          </a:r>
          <a:r>
            <a:rPr lang="en-US" sz="3600" kern="1200" baseline="0" dirty="0">
              <a:latin typeface="Bahnschrift SemiBold" panose="020B0502040204020203" pitchFamily="34" charset="0"/>
            </a:rPr>
            <a:t>csv</a:t>
          </a:r>
          <a:endParaRPr lang="ru-RU" sz="3600" kern="1200" baseline="0" dirty="0">
            <a:latin typeface="Bahnschrift SemiBold" panose="020B0502040204020203" pitchFamily="34" charset="0"/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ru-RU" sz="3600" kern="1200" dirty="0">
            <a:latin typeface="Bahnschrift SemiBold" panose="020B0502040204020203" pitchFamily="34" charset="0"/>
          </a:endParaRPr>
        </a:p>
      </dsp:txBody>
      <dsp:txXfrm>
        <a:off x="4629905" y="1024016"/>
        <a:ext cx="6776120" cy="666612"/>
      </dsp:txXfrm>
    </dsp:sp>
    <dsp:sp modelId="{D0ABBB12-22E2-4518-91EB-C54AF0E99CD1}">
      <dsp:nvSpPr>
        <dsp:cNvPr id="0" name=""/>
        <dsp:cNvSpPr/>
      </dsp:nvSpPr>
      <dsp:spPr>
        <a:xfrm>
          <a:off x="1587" y="900910"/>
          <a:ext cx="4600332" cy="817636"/>
        </a:xfrm>
        <a:prstGeom prst="snip1Rect">
          <a:avLst/>
        </a:prstGeom>
        <a:solidFill>
          <a:schemeClr val="accent3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Bahnschrift SemiBold" panose="020B0502040204020203" pitchFamily="34" charset="0"/>
            </a:rPr>
            <a:t>Csv</a:t>
          </a:r>
          <a:endParaRPr lang="ru-RU" sz="3600" kern="1200" dirty="0">
            <a:latin typeface="Bahnschrift SemiBold" panose="020B0502040204020203" pitchFamily="34" charset="0"/>
          </a:endParaRPr>
        </a:p>
      </dsp:txBody>
      <dsp:txXfrm>
        <a:off x="1587" y="969048"/>
        <a:ext cx="4532194" cy="749498"/>
      </dsp:txXfrm>
    </dsp:sp>
    <dsp:sp modelId="{479D21DA-593E-4B55-A7B7-60778CEAE95E}">
      <dsp:nvSpPr>
        <dsp:cNvPr id="0" name=""/>
        <dsp:cNvSpPr/>
      </dsp:nvSpPr>
      <dsp:spPr>
        <a:xfrm>
          <a:off x="4569303" y="1862814"/>
          <a:ext cx="6897324" cy="727214"/>
        </a:xfrm>
        <a:prstGeom prst="snip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3600" kern="1200" baseline="0" dirty="0">
              <a:latin typeface="Bahnschrift SemiBold" panose="020B0502040204020203" pitchFamily="34" charset="0"/>
            </a:rPr>
            <a:t>Математические расчёты</a:t>
          </a:r>
        </a:p>
      </dsp:txBody>
      <dsp:txXfrm>
        <a:off x="4629905" y="1923416"/>
        <a:ext cx="6776120" cy="666612"/>
      </dsp:txXfrm>
    </dsp:sp>
    <dsp:sp modelId="{5E8F478A-AF2E-4D9D-A991-0B51C8358ECF}">
      <dsp:nvSpPr>
        <dsp:cNvPr id="0" name=""/>
        <dsp:cNvSpPr/>
      </dsp:nvSpPr>
      <dsp:spPr>
        <a:xfrm>
          <a:off x="1587" y="1800310"/>
          <a:ext cx="4600332" cy="817636"/>
        </a:xfrm>
        <a:prstGeom prst="snip1Rect">
          <a:avLst/>
        </a:prstGeom>
        <a:solidFill>
          <a:schemeClr val="accent5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Bahnschrift SemiBold" panose="020B0502040204020203" pitchFamily="34" charset="0"/>
            </a:rPr>
            <a:t>Math</a:t>
          </a:r>
          <a:endParaRPr lang="ru-RU" sz="3600" kern="1200" dirty="0">
            <a:latin typeface="Bahnschrift SemiBold" panose="020B0502040204020203" pitchFamily="34" charset="0"/>
          </a:endParaRPr>
        </a:p>
      </dsp:txBody>
      <dsp:txXfrm>
        <a:off x="1587" y="1868448"/>
        <a:ext cx="4532194" cy="749498"/>
      </dsp:txXfrm>
    </dsp:sp>
    <dsp:sp modelId="{B58628F9-92CB-4568-8688-91446A8270A2}">
      <dsp:nvSpPr>
        <dsp:cNvPr id="0" name=""/>
        <dsp:cNvSpPr/>
      </dsp:nvSpPr>
      <dsp:spPr>
        <a:xfrm>
          <a:off x="4605869" y="2770407"/>
          <a:ext cx="6857805" cy="710828"/>
        </a:xfrm>
        <a:prstGeom prst="snip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3600" kern="1200" dirty="0">
              <a:latin typeface="Bahnschrift SemiBold" panose="020B0502040204020203" pitchFamily="34" charset="0"/>
            </a:rPr>
            <a:t>Сборка проекта в </a:t>
          </a:r>
          <a:r>
            <a:rPr lang="en-US" sz="3600" kern="1200" dirty="0">
              <a:latin typeface="Bahnschrift SemiBold" panose="020B0502040204020203" pitchFamily="34" charset="0"/>
            </a:rPr>
            <a:t>exe</a:t>
          </a:r>
          <a:endParaRPr lang="ru-RU" sz="3600" kern="1200" dirty="0">
            <a:latin typeface="Bahnschrift SemiBold" panose="020B0502040204020203" pitchFamily="34" charset="0"/>
          </a:endParaRPr>
        </a:p>
      </dsp:txBody>
      <dsp:txXfrm>
        <a:off x="4665106" y="2829644"/>
        <a:ext cx="6739331" cy="651591"/>
      </dsp:txXfrm>
    </dsp:sp>
    <dsp:sp modelId="{D8262122-F5A2-41F2-8861-BA442936169A}">
      <dsp:nvSpPr>
        <dsp:cNvPr id="0" name=""/>
        <dsp:cNvSpPr/>
      </dsp:nvSpPr>
      <dsp:spPr>
        <a:xfrm>
          <a:off x="5177" y="2699710"/>
          <a:ext cx="4632671" cy="817636"/>
        </a:xfrm>
        <a:prstGeom prst="snip1Rect">
          <a:avLst/>
        </a:prstGeom>
        <a:solidFill>
          <a:srgbClr val="FF0000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>
              <a:latin typeface="Bahnschrift SemiBold" panose="020B0502040204020203" pitchFamily="34" charset="0"/>
            </a:rPr>
            <a:t>Pyinstaller</a:t>
          </a:r>
          <a:endParaRPr lang="ru-RU" sz="3600" kern="1200" dirty="0">
            <a:latin typeface="Bahnschrift SemiBold" panose="020B0502040204020203" pitchFamily="34" charset="0"/>
          </a:endParaRPr>
        </a:p>
      </dsp:txBody>
      <dsp:txXfrm>
        <a:off x="5177" y="2767848"/>
        <a:ext cx="4564533" cy="749498"/>
      </dsp:txXfrm>
    </dsp:sp>
    <dsp:sp modelId="{B5646DAC-C0E1-4051-8B2A-5804F7E8A02C}">
      <dsp:nvSpPr>
        <dsp:cNvPr id="0" name=""/>
        <dsp:cNvSpPr/>
      </dsp:nvSpPr>
      <dsp:spPr>
        <a:xfrm>
          <a:off x="4600332" y="3636227"/>
          <a:ext cx="6900499" cy="743403"/>
        </a:xfrm>
        <a:prstGeom prst="snip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3600" kern="1200" dirty="0">
              <a:latin typeface="Bahnschrift SemiBold" panose="020B0502040204020203" pitchFamily="34" charset="0"/>
            </a:rPr>
            <a:t>Работа с классами</a:t>
          </a:r>
        </a:p>
      </dsp:txBody>
      <dsp:txXfrm>
        <a:off x="4662283" y="3698178"/>
        <a:ext cx="6776597" cy="681452"/>
      </dsp:txXfrm>
    </dsp:sp>
    <dsp:sp modelId="{D75D3EEA-D1E2-4502-AB14-D028C926D460}">
      <dsp:nvSpPr>
        <dsp:cNvPr id="0" name=""/>
        <dsp:cNvSpPr/>
      </dsp:nvSpPr>
      <dsp:spPr>
        <a:xfrm>
          <a:off x="0" y="3599111"/>
          <a:ext cx="4600332" cy="817636"/>
        </a:xfrm>
        <a:prstGeom prst="snip1Rect">
          <a:avLst/>
        </a:prstGeom>
        <a:solidFill>
          <a:schemeClr val="accent6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Bahnschrift SemiBold" panose="020B0502040204020203" pitchFamily="34" charset="0"/>
            </a:rPr>
            <a:t>Inspect</a:t>
          </a:r>
          <a:endParaRPr lang="ru-RU" sz="3600" kern="1200" dirty="0">
            <a:latin typeface="Bahnschrift SemiBold" panose="020B0502040204020203" pitchFamily="34" charset="0"/>
          </a:endParaRPr>
        </a:p>
      </dsp:txBody>
      <dsp:txXfrm>
        <a:off x="0" y="3667249"/>
        <a:ext cx="4532194" cy="7494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23AFBC-5629-4DB5-8B07-7DE872FB68A3}">
      <dsp:nvSpPr>
        <dsp:cNvPr id="0" name=""/>
        <dsp:cNvSpPr/>
      </dsp:nvSpPr>
      <dsp:spPr>
        <a:xfrm>
          <a:off x="2610" y="405745"/>
          <a:ext cx="2071019" cy="124261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>
              <a:effectLst/>
              <a:latin typeface="Bahnschrift SemiBold" panose="020B0502040204020203" pitchFamily="34" charset="0"/>
            </a:rPr>
            <a:t>Стартовое окно</a:t>
          </a:r>
          <a:endParaRPr lang="ru-RU" sz="2400" kern="1200" dirty="0"/>
        </a:p>
      </dsp:txBody>
      <dsp:txXfrm>
        <a:off x="2610" y="405745"/>
        <a:ext cx="2071019" cy="1242611"/>
      </dsp:txXfrm>
    </dsp:sp>
    <dsp:sp modelId="{4DF7BD5C-9F91-4FC7-AD4B-140D314DB334}">
      <dsp:nvSpPr>
        <dsp:cNvPr id="0" name=""/>
        <dsp:cNvSpPr/>
      </dsp:nvSpPr>
      <dsp:spPr>
        <a:xfrm>
          <a:off x="2280731" y="405745"/>
          <a:ext cx="2071019" cy="124261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>
              <a:effectLst/>
              <a:latin typeface="Bahnschrift SemiBold" panose="020B0502040204020203" pitchFamily="34" charset="0"/>
            </a:rPr>
            <a:t>Финальное окно</a:t>
          </a:r>
          <a:endParaRPr lang="ru-RU" sz="2400" kern="1200" dirty="0"/>
        </a:p>
      </dsp:txBody>
      <dsp:txXfrm>
        <a:off x="2280731" y="405745"/>
        <a:ext cx="2071019" cy="1242611"/>
      </dsp:txXfrm>
    </dsp:sp>
    <dsp:sp modelId="{F1E94828-AE48-4753-9252-6CB313189392}">
      <dsp:nvSpPr>
        <dsp:cNvPr id="0" name=""/>
        <dsp:cNvSpPr/>
      </dsp:nvSpPr>
      <dsp:spPr>
        <a:xfrm>
          <a:off x="4558852" y="405745"/>
          <a:ext cx="2071019" cy="124261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>
              <a:effectLst/>
              <a:latin typeface="Bahnschrift SemiBold" panose="020B0502040204020203" pitchFamily="34" charset="0"/>
            </a:rPr>
            <a:t>Подсчет и вывод результатов</a:t>
          </a:r>
          <a:endParaRPr lang="ru-RU" sz="2400" kern="1200" dirty="0"/>
        </a:p>
      </dsp:txBody>
      <dsp:txXfrm>
        <a:off x="4558852" y="405745"/>
        <a:ext cx="2071019" cy="1242611"/>
      </dsp:txXfrm>
    </dsp:sp>
    <dsp:sp modelId="{FE067EE9-597A-4AA2-8EE4-B92CB93DE7C3}">
      <dsp:nvSpPr>
        <dsp:cNvPr id="0" name=""/>
        <dsp:cNvSpPr/>
      </dsp:nvSpPr>
      <dsp:spPr>
        <a:xfrm>
          <a:off x="6836973" y="405745"/>
          <a:ext cx="2071019" cy="124261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>
              <a:effectLst/>
              <a:latin typeface="Bahnschrift SemiBold" panose="020B0502040204020203" pitchFamily="34" charset="0"/>
            </a:rPr>
            <a:t>Спрайты</a:t>
          </a:r>
          <a:endParaRPr lang="ru-RU" sz="2400" kern="1200" dirty="0"/>
        </a:p>
      </dsp:txBody>
      <dsp:txXfrm>
        <a:off x="6836973" y="405745"/>
        <a:ext cx="2071019" cy="1242611"/>
      </dsp:txXfrm>
    </dsp:sp>
    <dsp:sp modelId="{69EEE13D-28B5-4DDB-9D7F-D7BAF9186F11}">
      <dsp:nvSpPr>
        <dsp:cNvPr id="0" name=""/>
        <dsp:cNvSpPr/>
      </dsp:nvSpPr>
      <dsp:spPr>
        <a:xfrm>
          <a:off x="2610" y="1855459"/>
          <a:ext cx="2071019" cy="124261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>
              <a:effectLst/>
              <a:latin typeface="Bahnschrift SemiBold" panose="020B0502040204020203" pitchFamily="34" charset="0"/>
            </a:rPr>
            <a:t>collide</a:t>
          </a:r>
          <a:endParaRPr lang="ru-RU" sz="2400" kern="1200" dirty="0"/>
        </a:p>
      </dsp:txBody>
      <dsp:txXfrm>
        <a:off x="2610" y="1855459"/>
        <a:ext cx="2071019" cy="1242611"/>
      </dsp:txXfrm>
    </dsp:sp>
    <dsp:sp modelId="{D2273392-4B2A-4BD9-9038-269C1E3B90E9}">
      <dsp:nvSpPr>
        <dsp:cNvPr id="0" name=""/>
        <dsp:cNvSpPr/>
      </dsp:nvSpPr>
      <dsp:spPr>
        <a:xfrm>
          <a:off x="2280731" y="1855459"/>
          <a:ext cx="2071019" cy="124261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>
              <a:effectLst/>
              <a:latin typeface="Bahnschrift SemiBold" panose="020B0502040204020203" pitchFamily="34" charset="0"/>
            </a:rPr>
            <a:t>Анимация</a:t>
          </a:r>
          <a:endParaRPr lang="ru-RU" sz="2400" kern="1200" dirty="0"/>
        </a:p>
      </dsp:txBody>
      <dsp:txXfrm>
        <a:off x="2280731" y="1855459"/>
        <a:ext cx="2071019" cy="1242611"/>
      </dsp:txXfrm>
    </dsp:sp>
    <dsp:sp modelId="{65D3D5CF-CFA4-4F9D-B678-832AE110B3FF}">
      <dsp:nvSpPr>
        <dsp:cNvPr id="0" name=""/>
        <dsp:cNvSpPr/>
      </dsp:nvSpPr>
      <dsp:spPr>
        <a:xfrm>
          <a:off x="4558852" y="1855459"/>
          <a:ext cx="2071019" cy="124261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>
              <a:effectLst/>
              <a:latin typeface="Bahnschrift SemiBold" panose="020B0502040204020203" pitchFamily="34" charset="0"/>
            </a:rPr>
            <a:t>Несколько уровней</a:t>
          </a:r>
          <a:endParaRPr lang="ru-RU" sz="2400" b="0" i="0" kern="1200" dirty="0">
            <a:effectLst/>
            <a:latin typeface="Bahnschrift SemiBold" panose="020B0502040204020203" pitchFamily="34" charset="0"/>
          </a:endParaRPr>
        </a:p>
      </dsp:txBody>
      <dsp:txXfrm>
        <a:off x="4558852" y="1855459"/>
        <a:ext cx="2071019" cy="1242611"/>
      </dsp:txXfrm>
    </dsp:sp>
    <dsp:sp modelId="{1DC5D842-69B1-443F-8E74-A90EEE74CA0C}">
      <dsp:nvSpPr>
        <dsp:cNvPr id="0" name=""/>
        <dsp:cNvSpPr/>
      </dsp:nvSpPr>
      <dsp:spPr>
        <a:xfrm>
          <a:off x="6836973" y="1855459"/>
          <a:ext cx="2071019" cy="124261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>
              <a:effectLst/>
              <a:latin typeface="Bahnschrift SemiBold" panose="020B0502040204020203" pitchFamily="34" charset="0"/>
            </a:rPr>
            <a:t>Камера</a:t>
          </a:r>
          <a:endParaRPr lang="ru-RU" sz="2400" b="0" i="0" kern="1200" dirty="0">
            <a:effectLst/>
            <a:latin typeface="Bahnschrift SemiBold" panose="020B0502040204020203" pitchFamily="34" charset="0"/>
          </a:endParaRPr>
        </a:p>
      </dsp:txBody>
      <dsp:txXfrm>
        <a:off x="6836973" y="1855459"/>
        <a:ext cx="2071019" cy="1242611"/>
      </dsp:txXfrm>
    </dsp:sp>
    <dsp:sp modelId="{9B01167C-B115-46B7-B9A3-4D30A515918F}">
      <dsp:nvSpPr>
        <dsp:cNvPr id="0" name=""/>
        <dsp:cNvSpPr/>
      </dsp:nvSpPr>
      <dsp:spPr>
        <a:xfrm>
          <a:off x="2610" y="3305172"/>
          <a:ext cx="2071019" cy="124261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>
              <a:effectLst/>
              <a:latin typeface="Bahnschrift SemiBold" panose="020B0502040204020203" pitchFamily="34" charset="0"/>
            </a:rPr>
            <a:t>Система частиц</a:t>
          </a:r>
          <a:endParaRPr lang="ru-RU" sz="2400" b="0" i="0" kern="1200" dirty="0">
            <a:effectLst/>
            <a:latin typeface="Bahnschrift SemiBold" panose="020B0502040204020203" pitchFamily="34" charset="0"/>
          </a:endParaRPr>
        </a:p>
      </dsp:txBody>
      <dsp:txXfrm>
        <a:off x="2610" y="3305172"/>
        <a:ext cx="2071019" cy="1242611"/>
      </dsp:txXfrm>
    </dsp:sp>
    <dsp:sp modelId="{D4AC5CC0-D555-4457-B990-A5628A194504}">
      <dsp:nvSpPr>
        <dsp:cNvPr id="0" name=""/>
        <dsp:cNvSpPr/>
      </dsp:nvSpPr>
      <dsp:spPr>
        <a:xfrm>
          <a:off x="2280731" y="3305172"/>
          <a:ext cx="2071019" cy="124261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>
              <a:effectLst/>
              <a:latin typeface="Bahnschrift SemiBold" panose="020B0502040204020203" pitchFamily="34" charset="0"/>
            </a:rPr>
            <a:t>Звук</a:t>
          </a:r>
          <a:endParaRPr lang="ru-RU" sz="2400" b="0" i="0" kern="1200" dirty="0">
            <a:effectLst/>
            <a:latin typeface="Bahnschrift SemiBold" panose="020B0502040204020203" pitchFamily="34" charset="0"/>
          </a:endParaRPr>
        </a:p>
      </dsp:txBody>
      <dsp:txXfrm>
        <a:off x="2280731" y="3305172"/>
        <a:ext cx="2071019" cy="1242611"/>
      </dsp:txXfrm>
    </dsp:sp>
    <dsp:sp modelId="{84F4B439-14AD-4C21-A66B-73214632BCAD}">
      <dsp:nvSpPr>
        <dsp:cNvPr id="0" name=""/>
        <dsp:cNvSpPr/>
      </dsp:nvSpPr>
      <dsp:spPr>
        <a:xfrm>
          <a:off x="4558852" y="3305172"/>
          <a:ext cx="2071019" cy="124261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>
              <a:effectLst/>
              <a:latin typeface="Bahnschrift SemiBold" panose="020B0502040204020203" pitchFamily="34" charset="0"/>
            </a:rPr>
            <a:t>Физический движок</a:t>
          </a:r>
          <a:endParaRPr lang="ru-RU" sz="2400" b="0" i="0" kern="1200" dirty="0">
            <a:effectLst/>
            <a:latin typeface="Bahnschrift SemiBold" panose="020B0502040204020203" pitchFamily="34" charset="0"/>
          </a:endParaRPr>
        </a:p>
      </dsp:txBody>
      <dsp:txXfrm>
        <a:off x="4558852" y="3305172"/>
        <a:ext cx="2071019" cy="1242611"/>
      </dsp:txXfrm>
    </dsp:sp>
    <dsp:sp modelId="{AE6FA8CF-1D29-4836-8F56-52E22FE95DB7}">
      <dsp:nvSpPr>
        <dsp:cNvPr id="0" name=""/>
        <dsp:cNvSpPr/>
      </dsp:nvSpPr>
      <dsp:spPr>
        <a:xfrm>
          <a:off x="6836973" y="3305172"/>
          <a:ext cx="2071019" cy="124261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>
              <a:effectLst/>
              <a:latin typeface="Bahnschrift SemiBold" panose="020B0502040204020203" pitchFamily="34" charset="0"/>
            </a:rPr>
            <a:t>Хранение данных</a:t>
          </a:r>
          <a:endParaRPr lang="ru-RU" sz="2400" kern="1200"/>
        </a:p>
      </dsp:txBody>
      <dsp:txXfrm>
        <a:off x="6836973" y="3305172"/>
        <a:ext cx="2071019" cy="12426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C9FD4-8F5C-4A7B-8381-FFDAA742EC63}">
      <dsp:nvSpPr>
        <dsp:cNvPr id="0" name=""/>
        <dsp:cNvSpPr/>
      </dsp:nvSpPr>
      <dsp:spPr>
        <a:xfrm>
          <a:off x="5098253" y="591894"/>
          <a:ext cx="251805" cy="636356"/>
        </a:xfrm>
        <a:custGeom>
          <a:avLst/>
          <a:gdLst/>
          <a:ahLst/>
          <a:cxnLst/>
          <a:rect l="0" t="0" r="0" b="0"/>
          <a:pathLst>
            <a:path>
              <a:moveTo>
                <a:pt x="251805" y="0"/>
              </a:moveTo>
              <a:lnTo>
                <a:pt x="251805" y="636356"/>
              </a:lnTo>
              <a:lnTo>
                <a:pt x="0" y="636356"/>
              </a:lnTo>
            </a:path>
          </a:pathLst>
        </a:custGeom>
        <a:noFill/>
        <a:ln w="63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6D73C1-228C-460A-A26F-0CBA9D0778DD}">
      <dsp:nvSpPr>
        <dsp:cNvPr id="0" name=""/>
        <dsp:cNvSpPr/>
      </dsp:nvSpPr>
      <dsp:spPr>
        <a:xfrm>
          <a:off x="7587956" y="3386615"/>
          <a:ext cx="1529944" cy="3411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3371"/>
              </a:lnTo>
              <a:lnTo>
                <a:pt x="1529944" y="203371"/>
              </a:lnTo>
              <a:lnTo>
                <a:pt x="1529944" y="341139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27D8AF-4786-4FE3-B0F7-FDC3B77E1DD6}">
      <dsp:nvSpPr>
        <dsp:cNvPr id="0" name=""/>
        <dsp:cNvSpPr/>
      </dsp:nvSpPr>
      <dsp:spPr>
        <a:xfrm>
          <a:off x="7542236" y="3386615"/>
          <a:ext cx="91440" cy="34113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1139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8768B8-C5DF-44EE-ADF7-75BE2D51D13C}">
      <dsp:nvSpPr>
        <dsp:cNvPr id="0" name=""/>
        <dsp:cNvSpPr/>
      </dsp:nvSpPr>
      <dsp:spPr>
        <a:xfrm>
          <a:off x="6058012" y="4318188"/>
          <a:ext cx="194786" cy="6363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6356"/>
              </a:lnTo>
              <a:lnTo>
                <a:pt x="194786" y="636356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DFF223-D8E6-41A0-840D-402B85E4A60D}">
      <dsp:nvSpPr>
        <dsp:cNvPr id="0" name=""/>
        <dsp:cNvSpPr/>
      </dsp:nvSpPr>
      <dsp:spPr>
        <a:xfrm>
          <a:off x="5863225" y="4318188"/>
          <a:ext cx="194786" cy="636356"/>
        </a:xfrm>
        <a:custGeom>
          <a:avLst/>
          <a:gdLst/>
          <a:ahLst/>
          <a:cxnLst/>
          <a:rect l="0" t="0" r="0" b="0"/>
          <a:pathLst>
            <a:path>
              <a:moveTo>
                <a:pt x="194786" y="0"/>
              </a:moveTo>
              <a:lnTo>
                <a:pt x="194786" y="636356"/>
              </a:lnTo>
              <a:lnTo>
                <a:pt x="0" y="636356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0324BF-2628-46C3-865B-341608564C38}">
      <dsp:nvSpPr>
        <dsp:cNvPr id="0" name=""/>
        <dsp:cNvSpPr/>
      </dsp:nvSpPr>
      <dsp:spPr>
        <a:xfrm>
          <a:off x="6058012" y="4318188"/>
          <a:ext cx="2242039" cy="3407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2962"/>
              </a:lnTo>
              <a:lnTo>
                <a:pt x="2242039" y="202962"/>
              </a:lnTo>
              <a:lnTo>
                <a:pt x="2242039" y="340730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DF1468-D0D5-4FAF-ABA2-AA4AA8A3579A}">
      <dsp:nvSpPr>
        <dsp:cNvPr id="0" name=""/>
        <dsp:cNvSpPr/>
      </dsp:nvSpPr>
      <dsp:spPr>
        <a:xfrm>
          <a:off x="6058012" y="3386615"/>
          <a:ext cx="1529944" cy="341139"/>
        </a:xfrm>
        <a:custGeom>
          <a:avLst/>
          <a:gdLst/>
          <a:ahLst/>
          <a:cxnLst/>
          <a:rect l="0" t="0" r="0" b="0"/>
          <a:pathLst>
            <a:path>
              <a:moveTo>
                <a:pt x="1529944" y="0"/>
              </a:moveTo>
              <a:lnTo>
                <a:pt x="1529944" y="203371"/>
              </a:lnTo>
              <a:lnTo>
                <a:pt x="0" y="203371"/>
              </a:lnTo>
              <a:lnTo>
                <a:pt x="0" y="341139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4A7FD7-C8CD-4AC3-97C8-94083CBB5523}">
      <dsp:nvSpPr>
        <dsp:cNvPr id="0" name=""/>
        <dsp:cNvSpPr/>
      </dsp:nvSpPr>
      <dsp:spPr>
        <a:xfrm>
          <a:off x="6822984" y="2455041"/>
          <a:ext cx="764972" cy="3411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3371"/>
              </a:lnTo>
              <a:lnTo>
                <a:pt x="764972" y="203371"/>
              </a:lnTo>
              <a:lnTo>
                <a:pt x="764972" y="341139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F507D7-945C-4408-98A2-B92D85D53F95}">
      <dsp:nvSpPr>
        <dsp:cNvPr id="0" name=""/>
        <dsp:cNvSpPr/>
      </dsp:nvSpPr>
      <dsp:spPr>
        <a:xfrm>
          <a:off x="6058012" y="2455041"/>
          <a:ext cx="764972" cy="341139"/>
        </a:xfrm>
        <a:custGeom>
          <a:avLst/>
          <a:gdLst/>
          <a:ahLst/>
          <a:cxnLst/>
          <a:rect l="0" t="0" r="0" b="0"/>
          <a:pathLst>
            <a:path>
              <a:moveTo>
                <a:pt x="764972" y="0"/>
              </a:moveTo>
              <a:lnTo>
                <a:pt x="764972" y="203371"/>
              </a:lnTo>
              <a:lnTo>
                <a:pt x="0" y="203371"/>
              </a:lnTo>
              <a:lnTo>
                <a:pt x="0" y="341139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5F1F02-B606-49B5-92D2-D498F0DF36EA}">
      <dsp:nvSpPr>
        <dsp:cNvPr id="0" name=""/>
        <dsp:cNvSpPr/>
      </dsp:nvSpPr>
      <dsp:spPr>
        <a:xfrm>
          <a:off x="5350058" y="591894"/>
          <a:ext cx="1472926" cy="12727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4945"/>
              </a:lnTo>
              <a:lnTo>
                <a:pt x="1472926" y="1134945"/>
              </a:lnTo>
              <a:lnTo>
                <a:pt x="1472926" y="1272713"/>
              </a:lnTo>
            </a:path>
          </a:pathLst>
        </a:custGeom>
        <a:noFill/>
        <a:ln w="63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98443C-DFE1-49AF-8FDC-0C43DA976527}">
      <dsp:nvSpPr>
        <dsp:cNvPr id="0" name=""/>
        <dsp:cNvSpPr/>
      </dsp:nvSpPr>
      <dsp:spPr>
        <a:xfrm>
          <a:off x="3763095" y="2455041"/>
          <a:ext cx="764972" cy="3411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3371"/>
              </a:lnTo>
              <a:lnTo>
                <a:pt x="764972" y="203371"/>
              </a:lnTo>
              <a:lnTo>
                <a:pt x="764972" y="341139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A85679-98D9-4447-900B-15DDDDB12255}">
      <dsp:nvSpPr>
        <dsp:cNvPr id="0" name=""/>
        <dsp:cNvSpPr/>
      </dsp:nvSpPr>
      <dsp:spPr>
        <a:xfrm>
          <a:off x="2998122" y="3386615"/>
          <a:ext cx="764972" cy="3411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3371"/>
              </a:lnTo>
              <a:lnTo>
                <a:pt x="764972" y="203371"/>
              </a:lnTo>
              <a:lnTo>
                <a:pt x="764972" y="341139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E52689-EA2B-4CF9-A0AF-4E96A3BDA7E9}">
      <dsp:nvSpPr>
        <dsp:cNvPr id="0" name=""/>
        <dsp:cNvSpPr/>
      </dsp:nvSpPr>
      <dsp:spPr>
        <a:xfrm>
          <a:off x="2233150" y="3386615"/>
          <a:ext cx="764972" cy="341139"/>
        </a:xfrm>
        <a:custGeom>
          <a:avLst/>
          <a:gdLst/>
          <a:ahLst/>
          <a:cxnLst/>
          <a:rect l="0" t="0" r="0" b="0"/>
          <a:pathLst>
            <a:path>
              <a:moveTo>
                <a:pt x="764972" y="0"/>
              </a:moveTo>
              <a:lnTo>
                <a:pt x="764972" y="203371"/>
              </a:lnTo>
              <a:lnTo>
                <a:pt x="0" y="203371"/>
              </a:lnTo>
              <a:lnTo>
                <a:pt x="0" y="341139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45FB4B-5978-4315-ACCE-3E3FBB9FDA72}">
      <dsp:nvSpPr>
        <dsp:cNvPr id="0" name=""/>
        <dsp:cNvSpPr/>
      </dsp:nvSpPr>
      <dsp:spPr>
        <a:xfrm>
          <a:off x="2998122" y="2455041"/>
          <a:ext cx="764972" cy="341139"/>
        </a:xfrm>
        <a:custGeom>
          <a:avLst/>
          <a:gdLst/>
          <a:ahLst/>
          <a:cxnLst/>
          <a:rect l="0" t="0" r="0" b="0"/>
          <a:pathLst>
            <a:path>
              <a:moveTo>
                <a:pt x="764972" y="0"/>
              </a:moveTo>
              <a:lnTo>
                <a:pt x="764972" y="203371"/>
              </a:lnTo>
              <a:lnTo>
                <a:pt x="0" y="203371"/>
              </a:lnTo>
              <a:lnTo>
                <a:pt x="0" y="341139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C533FE-E8CE-4A27-AB65-A7FA9E6E7880}">
      <dsp:nvSpPr>
        <dsp:cNvPr id="0" name=""/>
        <dsp:cNvSpPr/>
      </dsp:nvSpPr>
      <dsp:spPr>
        <a:xfrm>
          <a:off x="3763095" y="591894"/>
          <a:ext cx="1586963" cy="1272713"/>
        </a:xfrm>
        <a:custGeom>
          <a:avLst/>
          <a:gdLst/>
          <a:ahLst/>
          <a:cxnLst/>
          <a:rect l="0" t="0" r="0" b="0"/>
          <a:pathLst>
            <a:path>
              <a:moveTo>
                <a:pt x="1586963" y="0"/>
              </a:moveTo>
              <a:lnTo>
                <a:pt x="1586963" y="1134945"/>
              </a:lnTo>
              <a:lnTo>
                <a:pt x="0" y="1134945"/>
              </a:lnTo>
              <a:lnTo>
                <a:pt x="0" y="1272713"/>
              </a:lnTo>
            </a:path>
          </a:pathLst>
        </a:custGeom>
        <a:noFill/>
        <a:ln w="63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25C9CC-488C-4DBA-B916-192F152AD8D0}">
      <dsp:nvSpPr>
        <dsp:cNvPr id="0" name=""/>
        <dsp:cNvSpPr/>
      </dsp:nvSpPr>
      <dsp:spPr>
        <a:xfrm>
          <a:off x="4605749" y="1460"/>
          <a:ext cx="1488618" cy="59043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8331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>
              <a:latin typeface="Bahnschrift SemiBold" panose="020B0502040204020203" pitchFamily="34" charset="0"/>
            </a:rPr>
            <a:t>TowerDefence</a:t>
          </a:r>
          <a:endParaRPr lang="ru-RU" sz="1500" kern="1200" dirty="0">
            <a:latin typeface="Bahnschrift SemiBold" panose="020B0502040204020203" pitchFamily="34" charset="0"/>
          </a:endParaRPr>
        </a:p>
      </dsp:txBody>
      <dsp:txXfrm>
        <a:off x="4605749" y="1460"/>
        <a:ext cx="1488618" cy="590433"/>
      </dsp:txXfrm>
    </dsp:sp>
    <dsp:sp modelId="{30EA74BB-BFDC-4BDF-AD5C-DCBB05158473}">
      <dsp:nvSpPr>
        <dsp:cNvPr id="0" name=""/>
        <dsp:cNvSpPr/>
      </dsp:nvSpPr>
      <dsp:spPr>
        <a:xfrm>
          <a:off x="5007946" y="460687"/>
          <a:ext cx="1026334" cy="196811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3810" rIns="15240" bIns="3810" numCol="1" spcCol="1270" anchor="ctr" anchorCtr="0">
          <a:noAutofit/>
        </a:bodyPr>
        <a:lstStyle/>
        <a:p>
          <a:pPr marL="0" lvl="0" indent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 dirty="0">
              <a:latin typeface="Bahnschrift SemiBold" panose="020B0502040204020203" pitchFamily="34" charset="0"/>
            </a:rPr>
            <a:t>Главная директория игры</a:t>
          </a:r>
        </a:p>
      </dsp:txBody>
      <dsp:txXfrm>
        <a:off x="5007946" y="460687"/>
        <a:ext cx="1026334" cy="196811"/>
      </dsp:txXfrm>
    </dsp:sp>
    <dsp:sp modelId="{89204B13-B651-4118-95A6-8C075A6A02DE}">
      <dsp:nvSpPr>
        <dsp:cNvPr id="0" name=""/>
        <dsp:cNvSpPr/>
      </dsp:nvSpPr>
      <dsp:spPr>
        <a:xfrm>
          <a:off x="3192909" y="1864607"/>
          <a:ext cx="1140371" cy="59043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8331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>
              <a:latin typeface="Bahnschrift SemiBold" panose="020B0502040204020203" pitchFamily="34" charset="0"/>
            </a:rPr>
            <a:t>player_data</a:t>
          </a:r>
          <a:endParaRPr lang="ru-RU" sz="1500" kern="1200" dirty="0">
            <a:latin typeface="Bahnschrift SemiBold" panose="020B0502040204020203" pitchFamily="34" charset="0"/>
          </a:endParaRPr>
        </a:p>
      </dsp:txBody>
      <dsp:txXfrm>
        <a:off x="3192909" y="1864607"/>
        <a:ext cx="1140371" cy="590433"/>
      </dsp:txXfrm>
    </dsp:sp>
    <dsp:sp modelId="{8C0CB776-8C8B-4797-8F95-E2AF03A29588}">
      <dsp:nvSpPr>
        <dsp:cNvPr id="0" name=""/>
        <dsp:cNvSpPr/>
      </dsp:nvSpPr>
      <dsp:spPr>
        <a:xfrm>
          <a:off x="3420983" y="2323834"/>
          <a:ext cx="1026334" cy="196811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>
              <a:latin typeface="Bahnschrift SemiBold" panose="020B0502040204020203" pitchFamily="34" charset="0"/>
            </a:rPr>
            <a:t>Данные игрока</a:t>
          </a:r>
        </a:p>
      </dsp:txBody>
      <dsp:txXfrm>
        <a:off x="3420983" y="2323834"/>
        <a:ext cx="1026334" cy="196811"/>
      </dsp:txXfrm>
    </dsp:sp>
    <dsp:sp modelId="{3F8AE499-44C9-42EA-98FD-6E3A9950C131}">
      <dsp:nvSpPr>
        <dsp:cNvPr id="0" name=""/>
        <dsp:cNvSpPr/>
      </dsp:nvSpPr>
      <dsp:spPr>
        <a:xfrm>
          <a:off x="2427937" y="2796181"/>
          <a:ext cx="1140371" cy="59043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8331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hnschrift SemiBold" panose="020B0502040204020203" pitchFamily="34" charset="0"/>
            </a:rPr>
            <a:t>settings</a:t>
          </a:r>
          <a:endParaRPr lang="ru-RU" sz="1500" kern="1200" dirty="0">
            <a:latin typeface="Bahnschrift SemiBold" panose="020B0502040204020203" pitchFamily="34" charset="0"/>
          </a:endParaRPr>
        </a:p>
      </dsp:txBody>
      <dsp:txXfrm>
        <a:off x="2427937" y="2796181"/>
        <a:ext cx="1140371" cy="590433"/>
      </dsp:txXfrm>
    </dsp:sp>
    <dsp:sp modelId="{647739E4-7FBD-49E9-A56C-19A40A36E8F7}">
      <dsp:nvSpPr>
        <dsp:cNvPr id="0" name=""/>
        <dsp:cNvSpPr/>
      </dsp:nvSpPr>
      <dsp:spPr>
        <a:xfrm>
          <a:off x="2656011" y="3255407"/>
          <a:ext cx="1026334" cy="196811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25400" bIns="635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kern="1200" dirty="0">
              <a:latin typeface="Bahnschrift SemiBold" panose="020B0502040204020203" pitchFamily="34" charset="0"/>
            </a:rPr>
            <a:t>Настройки игры</a:t>
          </a:r>
        </a:p>
      </dsp:txBody>
      <dsp:txXfrm>
        <a:off x="2656011" y="3255407"/>
        <a:ext cx="1026334" cy="196811"/>
      </dsp:txXfrm>
    </dsp:sp>
    <dsp:sp modelId="{90EE43EF-E097-4E39-A200-53CD6775945B}">
      <dsp:nvSpPr>
        <dsp:cNvPr id="0" name=""/>
        <dsp:cNvSpPr/>
      </dsp:nvSpPr>
      <dsp:spPr>
        <a:xfrm>
          <a:off x="1662964" y="3727754"/>
          <a:ext cx="1140371" cy="59043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8331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hnschrift SemiBold" panose="020B0502040204020203" pitchFamily="34" charset="0"/>
            </a:rPr>
            <a:t>controls</a:t>
          </a:r>
          <a:endParaRPr lang="ru-RU" sz="1500" kern="1200" dirty="0">
            <a:latin typeface="Bahnschrift SemiBold" panose="020B0502040204020203" pitchFamily="34" charset="0"/>
          </a:endParaRPr>
        </a:p>
      </dsp:txBody>
      <dsp:txXfrm>
        <a:off x="1662964" y="3727754"/>
        <a:ext cx="1140371" cy="590433"/>
      </dsp:txXfrm>
    </dsp:sp>
    <dsp:sp modelId="{3B4441B5-51BE-4AA8-BF58-8BA9AA8DB028}">
      <dsp:nvSpPr>
        <dsp:cNvPr id="0" name=""/>
        <dsp:cNvSpPr/>
      </dsp:nvSpPr>
      <dsp:spPr>
        <a:xfrm>
          <a:off x="1891039" y="4186981"/>
          <a:ext cx="1026334" cy="196811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>
              <a:latin typeface="Bahnschrift SemiBold" panose="020B0502040204020203" pitchFamily="34" charset="0"/>
            </a:rPr>
            <a:t>Управление</a:t>
          </a:r>
        </a:p>
      </dsp:txBody>
      <dsp:txXfrm>
        <a:off x="1891039" y="4186981"/>
        <a:ext cx="1026334" cy="196811"/>
      </dsp:txXfrm>
    </dsp:sp>
    <dsp:sp modelId="{DB661453-320E-4A4E-93B4-AA0B9786CA05}">
      <dsp:nvSpPr>
        <dsp:cNvPr id="0" name=""/>
        <dsp:cNvSpPr/>
      </dsp:nvSpPr>
      <dsp:spPr>
        <a:xfrm>
          <a:off x="3192909" y="3727754"/>
          <a:ext cx="1140371" cy="59043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8331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hnschrift SemiBold" panose="020B0502040204020203" pitchFamily="34" charset="0"/>
            </a:rPr>
            <a:t>sounds</a:t>
          </a:r>
          <a:endParaRPr lang="ru-RU" sz="1500" kern="1200" dirty="0">
            <a:latin typeface="Bahnschrift SemiBold" panose="020B0502040204020203" pitchFamily="34" charset="0"/>
          </a:endParaRPr>
        </a:p>
      </dsp:txBody>
      <dsp:txXfrm>
        <a:off x="3192909" y="3727754"/>
        <a:ext cx="1140371" cy="590433"/>
      </dsp:txXfrm>
    </dsp:sp>
    <dsp:sp modelId="{60A454CE-4BC4-4CB9-AA14-FCE320EAC37A}">
      <dsp:nvSpPr>
        <dsp:cNvPr id="0" name=""/>
        <dsp:cNvSpPr/>
      </dsp:nvSpPr>
      <dsp:spPr>
        <a:xfrm>
          <a:off x="3420983" y="4186981"/>
          <a:ext cx="1026334" cy="196811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>
              <a:latin typeface="Bahnschrift SemiBold" panose="020B0502040204020203" pitchFamily="34" charset="0"/>
            </a:rPr>
            <a:t>Звук</a:t>
          </a:r>
        </a:p>
      </dsp:txBody>
      <dsp:txXfrm>
        <a:off x="3420983" y="4186981"/>
        <a:ext cx="1026334" cy="196811"/>
      </dsp:txXfrm>
    </dsp:sp>
    <dsp:sp modelId="{308CF078-B1B0-4183-B66F-21DD12AEA246}">
      <dsp:nvSpPr>
        <dsp:cNvPr id="0" name=""/>
        <dsp:cNvSpPr/>
      </dsp:nvSpPr>
      <dsp:spPr>
        <a:xfrm>
          <a:off x="3957881" y="2796181"/>
          <a:ext cx="1140371" cy="59043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8331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hnschrift SemiBold" panose="020B0502040204020203" pitchFamily="34" charset="0"/>
            </a:rPr>
            <a:t>saves</a:t>
          </a:r>
          <a:endParaRPr lang="ru-RU" sz="1500" kern="1200" dirty="0">
            <a:latin typeface="Bahnschrift SemiBold" panose="020B0502040204020203" pitchFamily="34" charset="0"/>
          </a:endParaRPr>
        </a:p>
      </dsp:txBody>
      <dsp:txXfrm>
        <a:off x="3957881" y="2796181"/>
        <a:ext cx="1140371" cy="590433"/>
      </dsp:txXfrm>
    </dsp:sp>
    <dsp:sp modelId="{7B15C2A7-7223-4746-80FF-109E1DDD21BD}">
      <dsp:nvSpPr>
        <dsp:cNvPr id="0" name=""/>
        <dsp:cNvSpPr/>
      </dsp:nvSpPr>
      <dsp:spPr>
        <a:xfrm>
          <a:off x="4185955" y="3255407"/>
          <a:ext cx="1026334" cy="196811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marL="0" lvl="0" indent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800" kern="1200" dirty="0">
              <a:latin typeface="Bahnschrift SemiBold" panose="020B0502040204020203" pitchFamily="34" charset="0"/>
            </a:rPr>
            <a:t>Сохранения игрока</a:t>
          </a:r>
        </a:p>
      </dsp:txBody>
      <dsp:txXfrm>
        <a:off x="4185955" y="3255407"/>
        <a:ext cx="1026334" cy="196811"/>
      </dsp:txXfrm>
    </dsp:sp>
    <dsp:sp modelId="{B1E7A48B-6B45-4923-9AC0-6CC6266B5594}">
      <dsp:nvSpPr>
        <dsp:cNvPr id="0" name=""/>
        <dsp:cNvSpPr/>
      </dsp:nvSpPr>
      <dsp:spPr>
        <a:xfrm>
          <a:off x="6252798" y="1864607"/>
          <a:ext cx="1140371" cy="59043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8331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hnschrift SemiBold" panose="020B0502040204020203" pitchFamily="34" charset="0"/>
            </a:rPr>
            <a:t>content</a:t>
          </a:r>
          <a:endParaRPr lang="ru-RU" sz="1500" kern="1200" dirty="0">
            <a:latin typeface="Bahnschrift SemiBold" panose="020B0502040204020203" pitchFamily="34" charset="0"/>
          </a:endParaRPr>
        </a:p>
      </dsp:txBody>
      <dsp:txXfrm>
        <a:off x="6252798" y="1864607"/>
        <a:ext cx="1140371" cy="590433"/>
      </dsp:txXfrm>
    </dsp:sp>
    <dsp:sp modelId="{A80BF666-55BE-490D-AE04-ADAFE36E43A3}">
      <dsp:nvSpPr>
        <dsp:cNvPr id="0" name=""/>
        <dsp:cNvSpPr/>
      </dsp:nvSpPr>
      <dsp:spPr>
        <a:xfrm>
          <a:off x="6480872" y="2323834"/>
          <a:ext cx="1026334" cy="196811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>
              <a:latin typeface="Bahnschrift SemiBold" panose="020B0502040204020203" pitchFamily="34" charset="0"/>
            </a:rPr>
            <a:t>Основной контент игры</a:t>
          </a:r>
        </a:p>
      </dsp:txBody>
      <dsp:txXfrm>
        <a:off x="6480872" y="2323834"/>
        <a:ext cx="1026334" cy="196811"/>
      </dsp:txXfrm>
    </dsp:sp>
    <dsp:sp modelId="{1C97F14A-FFA6-4F4F-BE3E-6F1DAB083830}">
      <dsp:nvSpPr>
        <dsp:cNvPr id="0" name=""/>
        <dsp:cNvSpPr/>
      </dsp:nvSpPr>
      <dsp:spPr>
        <a:xfrm>
          <a:off x="5487826" y="2796181"/>
          <a:ext cx="1140371" cy="59043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8331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hnschrift SemiBold" panose="020B0502040204020203" pitchFamily="34" charset="0"/>
            </a:rPr>
            <a:t>scripts</a:t>
          </a:r>
          <a:endParaRPr lang="ru-RU" sz="1500" kern="1200" dirty="0">
            <a:latin typeface="Bahnschrift SemiBold" panose="020B0502040204020203" pitchFamily="34" charset="0"/>
          </a:endParaRPr>
        </a:p>
      </dsp:txBody>
      <dsp:txXfrm>
        <a:off x="5487826" y="2796181"/>
        <a:ext cx="1140371" cy="590433"/>
      </dsp:txXfrm>
    </dsp:sp>
    <dsp:sp modelId="{E10CBC5E-615B-4C22-B029-543760215D8D}">
      <dsp:nvSpPr>
        <dsp:cNvPr id="0" name=""/>
        <dsp:cNvSpPr/>
      </dsp:nvSpPr>
      <dsp:spPr>
        <a:xfrm>
          <a:off x="5715900" y="3255407"/>
          <a:ext cx="1026334" cy="196811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marL="0" lvl="0" indent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800" kern="1200" dirty="0">
              <a:latin typeface="Bahnschrift SemiBold" panose="020B0502040204020203" pitchFamily="34" charset="0"/>
            </a:rPr>
            <a:t>Основные скрипты</a:t>
          </a:r>
        </a:p>
      </dsp:txBody>
      <dsp:txXfrm>
        <a:off x="5715900" y="3255407"/>
        <a:ext cx="1026334" cy="196811"/>
      </dsp:txXfrm>
    </dsp:sp>
    <dsp:sp modelId="{CF9DBA01-8DBE-4C8B-8287-DA59D9413C28}">
      <dsp:nvSpPr>
        <dsp:cNvPr id="0" name=""/>
        <dsp:cNvSpPr/>
      </dsp:nvSpPr>
      <dsp:spPr>
        <a:xfrm>
          <a:off x="7017770" y="2796181"/>
          <a:ext cx="1140371" cy="59043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8331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hnschrift SemiBold" panose="020B0502040204020203" pitchFamily="34" charset="0"/>
            </a:rPr>
            <a:t>resources</a:t>
          </a:r>
          <a:endParaRPr lang="ru-RU" sz="1500" kern="1200" dirty="0">
            <a:latin typeface="Bahnschrift SemiBold" panose="020B0502040204020203" pitchFamily="34" charset="0"/>
          </a:endParaRPr>
        </a:p>
      </dsp:txBody>
      <dsp:txXfrm>
        <a:off x="7017770" y="2796181"/>
        <a:ext cx="1140371" cy="590433"/>
      </dsp:txXfrm>
    </dsp:sp>
    <dsp:sp modelId="{DFB72EDA-C4BC-4AC8-8C9A-0DBF76492C93}">
      <dsp:nvSpPr>
        <dsp:cNvPr id="0" name=""/>
        <dsp:cNvSpPr/>
      </dsp:nvSpPr>
      <dsp:spPr>
        <a:xfrm>
          <a:off x="7245845" y="3255407"/>
          <a:ext cx="1026334" cy="196811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latin typeface="Bahnschrift SemiBold" panose="020B0502040204020203" pitchFamily="34" charset="0"/>
            </a:rPr>
            <a:t>Ресурсы игры</a:t>
          </a:r>
        </a:p>
      </dsp:txBody>
      <dsp:txXfrm>
        <a:off x="7245845" y="3255407"/>
        <a:ext cx="1026334" cy="196811"/>
      </dsp:txXfrm>
    </dsp:sp>
    <dsp:sp modelId="{607B8DFA-1809-47BC-B73D-2416B38DDC98}">
      <dsp:nvSpPr>
        <dsp:cNvPr id="0" name=""/>
        <dsp:cNvSpPr/>
      </dsp:nvSpPr>
      <dsp:spPr>
        <a:xfrm>
          <a:off x="5487826" y="3727754"/>
          <a:ext cx="1140371" cy="59043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8331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hnschrift SemiBold" panose="020B0502040204020203" pitchFamily="34" charset="0"/>
            </a:rPr>
            <a:t>assets</a:t>
          </a:r>
          <a:endParaRPr lang="ru-RU" sz="1500" kern="1200" dirty="0">
            <a:latin typeface="Bahnschrift SemiBold" panose="020B0502040204020203" pitchFamily="34" charset="0"/>
          </a:endParaRPr>
        </a:p>
      </dsp:txBody>
      <dsp:txXfrm>
        <a:off x="5487826" y="3727754"/>
        <a:ext cx="1140371" cy="590433"/>
      </dsp:txXfrm>
    </dsp:sp>
    <dsp:sp modelId="{AC3C5946-9A3A-4BA8-8A9D-5D026B127259}">
      <dsp:nvSpPr>
        <dsp:cNvPr id="0" name=""/>
        <dsp:cNvSpPr/>
      </dsp:nvSpPr>
      <dsp:spPr>
        <a:xfrm>
          <a:off x="5715900" y="4186981"/>
          <a:ext cx="1026334" cy="196811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4445" rIns="17780" bIns="4445" numCol="1" spcCol="1270" anchor="ctr" anchorCtr="0">
          <a:noAutofit/>
        </a:bodyPr>
        <a:lstStyle/>
        <a:p>
          <a:pPr marL="0" lvl="0" indent="0" algn="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700" kern="1200" dirty="0">
              <a:latin typeface="Bahnschrift SemiBold" panose="020B0502040204020203" pitchFamily="34" charset="0"/>
            </a:rPr>
            <a:t>Графические элементы</a:t>
          </a:r>
        </a:p>
      </dsp:txBody>
      <dsp:txXfrm>
        <a:off x="5715900" y="4186981"/>
        <a:ext cx="1026334" cy="196811"/>
      </dsp:txXfrm>
    </dsp:sp>
    <dsp:sp modelId="{16F54107-72E6-4005-B2EC-074B5384DBDD}">
      <dsp:nvSpPr>
        <dsp:cNvPr id="0" name=""/>
        <dsp:cNvSpPr/>
      </dsp:nvSpPr>
      <dsp:spPr>
        <a:xfrm>
          <a:off x="7729865" y="4658919"/>
          <a:ext cx="1140371" cy="59043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8331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hnschrift SemiBold" panose="020B0502040204020203" pitchFamily="34" charset="0"/>
            </a:rPr>
            <a:t>sounds</a:t>
          </a:r>
          <a:endParaRPr lang="ru-RU" sz="1500" kern="1200" dirty="0">
            <a:latin typeface="Bahnschrift SemiBold" panose="020B0502040204020203" pitchFamily="34" charset="0"/>
          </a:endParaRPr>
        </a:p>
      </dsp:txBody>
      <dsp:txXfrm>
        <a:off x="7729865" y="4658919"/>
        <a:ext cx="1140371" cy="590433"/>
      </dsp:txXfrm>
    </dsp:sp>
    <dsp:sp modelId="{008BD52E-0B91-4047-87AE-F7D025944795}">
      <dsp:nvSpPr>
        <dsp:cNvPr id="0" name=""/>
        <dsp:cNvSpPr/>
      </dsp:nvSpPr>
      <dsp:spPr>
        <a:xfrm>
          <a:off x="7957938" y="5118143"/>
          <a:ext cx="1026334" cy="196811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>
              <a:latin typeface="Bahnschrift SemiBold" panose="020B0502040204020203" pitchFamily="34" charset="0"/>
            </a:rPr>
            <a:t>Звуки</a:t>
          </a:r>
        </a:p>
      </dsp:txBody>
      <dsp:txXfrm>
        <a:off x="7957938" y="5118143"/>
        <a:ext cx="1026334" cy="196811"/>
      </dsp:txXfrm>
    </dsp:sp>
    <dsp:sp modelId="{B6367AB1-F24E-472A-98B7-0F3AC95EE21B}">
      <dsp:nvSpPr>
        <dsp:cNvPr id="0" name=""/>
        <dsp:cNvSpPr/>
      </dsp:nvSpPr>
      <dsp:spPr>
        <a:xfrm>
          <a:off x="4722853" y="4659328"/>
          <a:ext cx="1140371" cy="59043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8331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hnschrift SemiBold" panose="020B0502040204020203" pitchFamily="34" charset="0"/>
            </a:rPr>
            <a:t>fonts</a:t>
          </a:r>
          <a:endParaRPr lang="ru-RU" sz="1500" kern="1200" dirty="0">
            <a:latin typeface="Bahnschrift SemiBold" panose="020B0502040204020203" pitchFamily="34" charset="0"/>
          </a:endParaRPr>
        </a:p>
      </dsp:txBody>
      <dsp:txXfrm>
        <a:off x="4722853" y="4659328"/>
        <a:ext cx="1140371" cy="590433"/>
      </dsp:txXfrm>
    </dsp:sp>
    <dsp:sp modelId="{D1D50FCC-EFBA-43AC-8C8F-A952E286EEE9}">
      <dsp:nvSpPr>
        <dsp:cNvPr id="0" name=""/>
        <dsp:cNvSpPr/>
      </dsp:nvSpPr>
      <dsp:spPr>
        <a:xfrm>
          <a:off x="4950928" y="5118554"/>
          <a:ext cx="1026334" cy="196811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>
              <a:latin typeface="Bahnschrift SemiBold" panose="020B0502040204020203" pitchFamily="34" charset="0"/>
            </a:rPr>
            <a:t>Шрифты</a:t>
          </a:r>
        </a:p>
      </dsp:txBody>
      <dsp:txXfrm>
        <a:off x="4950928" y="5118554"/>
        <a:ext cx="1026334" cy="196811"/>
      </dsp:txXfrm>
    </dsp:sp>
    <dsp:sp modelId="{8BFC2333-BDE4-49AD-8700-1829A2014962}">
      <dsp:nvSpPr>
        <dsp:cNvPr id="0" name=""/>
        <dsp:cNvSpPr/>
      </dsp:nvSpPr>
      <dsp:spPr>
        <a:xfrm>
          <a:off x="6252798" y="4659328"/>
          <a:ext cx="1140371" cy="59043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8331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hnschrift SemiBold" panose="020B0502040204020203" pitchFamily="34" charset="0"/>
            </a:rPr>
            <a:t>images</a:t>
          </a:r>
          <a:endParaRPr lang="ru-RU" sz="1500" kern="1200" dirty="0">
            <a:latin typeface="Bahnschrift SemiBold" panose="020B0502040204020203" pitchFamily="34" charset="0"/>
          </a:endParaRPr>
        </a:p>
      </dsp:txBody>
      <dsp:txXfrm>
        <a:off x="6252798" y="4659328"/>
        <a:ext cx="1140371" cy="590433"/>
      </dsp:txXfrm>
    </dsp:sp>
    <dsp:sp modelId="{C5249466-68EB-44FB-8846-2D9D26BE3F5D}">
      <dsp:nvSpPr>
        <dsp:cNvPr id="0" name=""/>
        <dsp:cNvSpPr/>
      </dsp:nvSpPr>
      <dsp:spPr>
        <a:xfrm>
          <a:off x="6480872" y="5118554"/>
          <a:ext cx="1026334" cy="196811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latin typeface="Bahnschrift SemiBold" panose="020B0502040204020203" pitchFamily="34" charset="0"/>
            </a:rPr>
            <a:t>Изображения</a:t>
          </a:r>
        </a:p>
      </dsp:txBody>
      <dsp:txXfrm>
        <a:off x="6480872" y="5118554"/>
        <a:ext cx="1026334" cy="196811"/>
      </dsp:txXfrm>
    </dsp:sp>
    <dsp:sp modelId="{D584345E-4634-4265-9953-4CD20D048824}">
      <dsp:nvSpPr>
        <dsp:cNvPr id="0" name=""/>
        <dsp:cNvSpPr/>
      </dsp:nvSpPr>
      <dsp:spPr>
        <a:xfrm>
          <a:off x="7017770" y="3727754"/>
          <a:ext cx="1140371" cy="59043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8331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hnschrift SemiBold" panose="020B0502040204020203" pitchFamily="34" charset="0"/>
            </a:rPr>
            <a:t>levels</a:t>
          </a:r>
          <a:endParaRPr lang="ru-RU" sz="1500" kern="1200" dirty="0">
            <a:latin typeface="Bahnschrift SemiBold" panose="020B0502040204020203" pitchFamily="34" charset="0"/>
          </a:endParaRPr>
        </a:p>
      </dsp:txBody>
      <dsp:txXfrm>
        <a:off x="7017770" y="3727754"/>
        <a:ext cx="1140371" cy="590433"/>
      </dsp:txXfrm>
    </dsp:sp>
    <dsp:sp modelId="{564B7DEC-5CE5-4E43-A09C-D9ECABE934DF}">
      <dsp:nvSpPr>
        <dsp:cNvPr id="0" name=""/>
        <dsp:cNvSpPr/>
      </dsp:nvSpPr>
      <dsp:spPr>
        <a:xfrm>
          <a:off x="7245845" y="4186981"/>
          <a:ext cx="1026334" cy="196811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33020" bIns="8255" numCol="1" spcCol="1270" anchor="ctr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>
              <a:latin typeface="Bahnschrift SemiBold" panose="020B0502040204020203" pitchFamily="34" charset="0"/>
            </a:rPr>
            <a:t>Уровни</a:t>
          </a:r>
        </a:p>
      </dsp:txBody>
      <dsp:txXfrm>
        <a:off x="7245845" y="4186981"/>
        <a:ext cx="1026334" cy="196811"/>
      </dsp:txXfrm>
    </dsp:sp>
    <dsp:sp modelId="{8A4DF90E-8042-4E98-A25A-F8FAA60C832E}">
      <dsp:nvSpPr>
        <dsp:cNvPr id="0" name=""/>
        <dsp:cNvSpPr/>
      </dsp:nvSpPr>
      <dsp:spPr>
        <a:xfrm>
          <a:off x="8547715" y="3727754"/>
          <a:ext cx="1140371" cy="59043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8331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Bahnschrift SemiBold" panose="020B0502040204020203" pitchFamily="34" charset="0"/>
            </a:rPr>
            <a:t>prototypes</a:t>
          </a:r>
          <a:endParaRPr lang="ru-RU" sz="1500" kern="1200" dirty="0">
            <a:latin typeface="Bahnschrift SemiBold" panose="020B0502040204020203" pitchFamily="34" charset="0"/>
          </a:endParaRPr>
        </a:p>
      </dsp:txBody>
      <dsp:txXfrm>
        <a:off x="8547715" y="3727754"/>
        <a:ext cx="1140371" cy="590433"/>
      </dsp:txXfrm>
    </dsp:sp>
    <dsp:sp modelId="{A644D080-ADB7-429A-B1E2-997ADC47ADFA}">
      <dsp:nvSpPr>
        <dsp:cNvPr id="0" name=""/>
        <dsp:cNvSpPr/>
      </dsp:nvSpPr>
      <dsp:spPr>
        <a:xfrm>
          <a:off x="8775789" y="4186981"/>
          <a:ext cx="1026334" cy="196811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3810" rIns="15240" bIns="3810" numCol="1" spcCol="1270" anchor="ctr" anchorCtr="0">
          <a:noAutofit/>
        </a:bodyPr>
        <a:lstStyle/>
        <a:p>
          <a:pPr marL="0" lvl="0" indent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 dirty="0">
              <a:latin typeface="Bahnschrift SemiBold" panose="020B0502040204020203" pitchFamily="34" charset="0"/>
            </a:rPr>
            <a:t>Прототипы для игровых объектов</a:t>
          </a:r>
        </a:p>
      </dsp:txBody>
      <dsp:txXfrm>
        <a:off x="8775789" y="4186981"/>
        <a:ext cx="1026334" cy="196811"/>
      </dsp:txXfrm>
    </dsp:sp>
    <dsp:sp modelId="{9E7723D4-AAE2-4F6B-A4CD-0248C730B4C7}">
      <dsp:nvSpPr>
        <dsp:cNvPr id="0" name=""/>
        <dsp:cNvSpPr/>
      </dsp:nvSpPr>
      <dsp:spPr>
        <a:xfrm>
          <a:off x="3957881" y="933034"/>
          <a:ext cx="1140371" cy="59043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8331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>
              <a:latin typeface="Bahnschrift SemiBold" panose="020B0502040204020203" pitchFamily="34" charset="0"/>
            </a:rPr>
            <a:t>_</a:t>
          </a:r>
          <a:r>
            <a:rPr lang="en-US" sz="1500" kern="1200" dirty="0">
              <a:latin typeface="Bahnschrift SemiBold" panose="020B0502040204020203" pitchFamily="34" charset="0"/>
            </a:rPr>
            <a:t>internal</a:t>
          </a:r>
          <a:endParaRPr lang="ru-RU" sz="1500" kern="1200" dirty="0">
            <a:latin typeface="Bahnschrift SemiBold" panose="020B0502040204020203" pitchFamily="34" charset="0"/>
          </a:endParaRPr>
        </a:p>
      </dsp:txBody>
      <dsp:txXfrm>
        <a:off x="3957881" y="933034"/>
        <a:ext cx="1140371" cy="590433"/>
      </dsp:txXfrm>
    </dsp:sp>
    <dsp:sp modelId="{4E48B65F-B70C-42F9-8733-06B4FA33C6A9}">
      <dsp:nvSpPr>
        <dsp:cNvPr id="0" name=""/>
        <dsp:cNvSpPr/>
      </dsp:nvSpPr>
      <dsp:spPr>
        <a:xfrm>
          <a:off x="4185955" y="1392260"/>
          <a:ext cx="1026334" cy="196811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3810" rIns="15240" bIns="3810" numCol="1" spcCol="1270" anchor="ctr" anchorCtr="0">
          <a:noAutofit/>
        </a:bodyPr>
        <a:lstStyle/>
        <a:p>
          <a:pPr marL="0" lvl="0" indent="0" algn="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 dirty="0">
              <a:latin typeface="Bahnschrift SemiBold" panose="020B0502040204020203" pitchFamily="34" charset="0"/>
            </a:rPr>
            <a:t>Данные для работы </a:t>
          </a:r>
          <a:r>
            <a:rPr lang="en-US" sz="600" kern="1200" dirty="0">
              <a:latin typeface="Bahnschrift SemiBold" panose="020B0502040204020203" pitchFamily="34" charset="0"/>
            </a:rPr>
            <a:t>exe</a:t>
          </a:r>
          <a:endParaRPr lang="ru-RU" sz="600" kern="1200" dirty="0">
            <a:latin typeface="Bahnschrift SemiBold" panose="020B0502040204020203" pitchFamily="34" charset="0"/>
          </a:endParaRPr>
        </a:p>
      </dsp:txBody>
      <dsp:txXfrm>
        <a:off x="4185955" y="1392260"/>
        <a:ext cx="1026334" cy="1968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45AEF4-18F0-41FA-8DA8-43903A54C7BD}">
      <dsp:nvSpPr>
        <dsp:cNvPr id="0" name=""/>
        <dsp:cNvSpPr/>
      </dsp:nvSpPr>
      <dsp:spPr>
        <a:xfrm>
          <a:off x="6330686" y="3852716"/>
          <a:ext cx="216315" cy="999172"/>
        </a:xfrm>
        <a:custGeom>
          <a:avLst/>
          <a:gdLst/>
          <a:ahLst/>
          <a:cxnLst/>
          <a:rect l="0" t="0" r="0" b="0"/>
          <a:pathLst>
            <a:path>
              <a:moveTo>
                <a:pt x="216315" y="0"/>
              </a:moveTo>
              <a:lnTo>
                <a:pt x="216315" y="999172"/>
              </a:lnTo>
              <a:lnTo>
                <a:pt x="0" y="999172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BB7CE2-D93F-4A32-AD77-548BD2C8C3ED}">
      <dsp:nvSpPr>
        <dsp:cNvPr id="0" name=""/>
        <dsp:cNvSpPr/>
      </dsp:nvSpPr>
      <dsp:spPr>
        <a:xfrm>
          <a:off x="6501282" y="2390010"/>
          <a:ext cx="91440" cy="5356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35638"/>
              </a:lnTo>
            </a:path>
          </a:pathLst>
        </a:custGeom>
        <a:noFill/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CEBA7A-B4AE-4797-BAFC-48588991F6EE}">
      <dsp:nvSpPr>
        <dsp:cNvPr id="0" name=""/>
        <dsp:cNvSpPr/>
      </dsp:nvSpPr>
      <dsp:spPr>
        <a:xfrm>
          <a:off x="3677647" y="927304"/>
          <a:ext cx="1650993" cy="9991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172"/>
              </a:lnTo>
              <a:lnTo>
                <a:pt x="1650993" y="999172"/>
              </a:lnTo>
            </a:path>
          </a:pathLst>
        </a:custGeom>
        <a:noFill/>
        <a:ln w="63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4E915C-A4BB-4B0D-BD24-85C65F3A6DD3}">
      <dsp:nvSpPr>
        <dsp:cNvPr id="0" name=""/>
        <dsp:cNvSpPr/>
      </dsp:nvSpPr>
      <dsp:spPr>
        <a:xfrm>
          <a:off x="3461331" y="927304"/>
          <a:ext cx="216315" cy="999172"/>
        </a:xfrm>
        <a:custGeom>
          <a:avLst/>
          <a:gdLst/>
          <a:ahLst/>
          <a:cxnLst/>
          <a:rect l="0" t="0" r="0" b="0"/>
          <a:pathLst>
            <a:path>
              <a:moveTo>
                <a:pt x="216315" y="0"/>
              </a:moveTo>
              <a:lnTo>
                <a:pt x="216315" y="999172"/>
              </a:lnTo>
              <a:lnTo>
                <a:pt x="0" y="999172"/>
              </a:lnTo>
            </a:path>
          </a:pathLst>
        </a:custGeom>
        <a:noFill/>
        <a:ln w="63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80DF32-C380-4AA2-B32E-8F7851D2A4FD}">
      <dsp:nvSpPr>
        <dsp:cNvPr id="0" name=""/>
        <dsp:cNvSpPr/>
      </dsp:nvSpPr>
      <dsp:spPr>
        <a:xfrm>
          <a:off x="2459285" y="236"/>
          <a:ext cx="2436723" cy="92706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308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Bahnschrift SemiBold" panose="020B0502040204020203" pitchFamily="34" charset="0"/>
            </a:rPr>
            <a:t>MainMenu</a:t>
          </a:r>
          <a:endParaRPr lang="ru-RU" sz="2400" kern="1200" dirty="0">
            <a:latin typeface="Bahnschrift SemiBold" panose="020B0502040204020203" pitchFamily="34" charset="0"/>
          </a:endParaRPr>
        </a:p>
      </dsp:txBody>
      <dsp:txXfrm>
        <a:off x="2459285" y="236"/>
        <a:ext cx="2436723" cy="927067"/>
      </dsp:txXfrm>
    </dsp:sp>
    <dsp:sp modelId="{40C16F3D-3945-4020-B566-F15AFFFDDADD}">
      <dsp:nvSpPr>
        <dsp:cNvPr id="0" name=""/>
        <dsp:cNvSpPr/>
      </dsp:nvSpPr>
      <dsp:spPr>
        <a:xfrm>
          <a:off x="3140482" y="721289"/>
          <a:ext cx="1611494" cy="309022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11430" rIns="45720" bIns="1143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Bahnschrift SemiBold" panose="020B0502040204020203" pitchFamily="34" charset="0"/>
            </a:rPr>
            <a:t>Главное меню</a:t>
          </a:r>
        </a:p>
      </dsp:txBody>
      <dsp:txXfrm>
        <a:off x="3140482" y="721289"/>
        <a:ext cx="1611494" cy="309022"/>
      </dsp:txXfrm>
    </dsp:sp>
    <dsp:sp modelId="{D2BF35FB-B25A-4120-91DF-D7D4573292A1}">
      <dsp:nvSpPr>
        <dsp:cNvPr id="0" name=""/>
        <dsp:cNvSpPr/>
      </dsp:nvSpPr>
      <dsp:spPr>
        <a:xfrm>
          <a:off x="1024608" y="1462942"/>
          <a:ext cx="2436723" cy="92706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308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Bahnschrift SemiBold" panose="020B0502040204020203" pitchFamily="34" charset="0"/>
            </a:rPr>
            <a:t>SettingsMenu</a:t>
          </a:r>
          <a:endParaRPr lang="ru-RU" sz="2400" kern="1200" dirty="0">
            <a:latin typeface="Bahnschrift SemiBold" panose="020B0502040204020203" pitchFamily="34" charset="0"/>
          </a:endParaRPr>
        </a:p>
      </dsp:txBody>
      <dsp:txXfrm>
        <a:off x="1024608" y="1462942"/>
        <a:ext cx="2436723" cy="927067"/>
      </dsp:txXfrm>
    </dsp:sp>
    <dsp:sp modelId="{70A799E2-E202-481B-B40B-549D6ED253C2}">
      <dsp:nvSpPr>
        <dsp:cNvPr id="0" name=""/>
        <dsp:cNvSpPr/>
      </dsp:nvSpPr>
      <dsp:spPr>
        <a:xfrm>
          <a:off x="1705804" y="2183995"/>
          <a:ext cx="1611494" cy="309022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10795" rIns="4318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>
              <a:latin typeface="Bahnschrift SemiBold" panose="020B0502040204020203" pitchFamily="34" charset="0"/>
            </a:rPr>
            <a:t>Меню уровней</a:t>
          </a:r>
        </a:p>
      </dsp:txBody>
      <dsp:txXfrm>
        <a:off x="1705804" y="2183995"/>
        <a:ext cx="1611494" cy="309022"/>
      </dsp:txXfrm>
    </dsp:sp>
    <dsp:sp modelId="{71A689E8-D044-421D-AE0C-1BF6034B8932}">
      <dsp:nvSpPr>
        <dsp:cNvPr id="0" name=""/>
        <dsp:cNvSpPr/>
      </dsp:nvSpPr>
      <dsp:spPr>
        <a:xfrm>
          <a:off x="5328640" y="1462942"/>
          <a:ext cx="2436723" cy="92706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308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Bahnschrift SemiBold" panose="020B0502040204020203" pitchFamily="34" charset="0"/>
            </a:rPr>
            <a:t>LevelsMenu</a:t>
          </a:r>
          <a:endParaRPr lang="ru-RU" sz="2400" kern="1200" dirty="0">
            <a:latin typeface="Bahnschrift SemiBold" panose="020B0502040204020203" pitchFamily="34" charset="0"/>
          </a:endParaRPr>
        </a:p>
      </dsp:txBody>
      <dsp:txXfrm>
        <a:off x="5328640" y="1462942"/>
        <a:ext cx="2436723" cy="927067"/>
      </dsp:txXfrm>
    </dsp:sp>
    <dsp:sp modelId="{C4D78919-2D5F-44A3-B350-42919C08BB68}">
      <dsp:nvSpPr>
        <dsp:cNvPr id="0" name=""/>
        <dsp:cNvSpPr/>
      </dsp:nvSpPr>
      <dsp:spPr>
        <a:xfrm>
          <a:off x="6009837" y="2183995"/>
          <a:ext cx="1611494" cy="309022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latin typeface="Bahnschrift SemiBold" panose="020B0502040204020203" pitchFamily="34" charset="0"/>
            </a:rPr>
            <a:t>Меню выбора уровней</a:t>
          </a:r>
        </a:p>
      </dsp:txBody>
      <dsp:txXfrm>
        <a:off x="6009837" y="2183995"/>
        <a:ext cx="1611494" cy="309022"/>
      </dsp:txXfrm>
    </dsp:sp>
    <dsp:sp modelId="{0D78D8D8-B35A-4014-BCA6-F98AFC7C5647}">
      <dsp:nvSpPr>
        <dsp:cNvPr id="0" name=""/>
        <dsp:cNvSpPr/>
      </dsp:nvSpPr>
      <dsp:spPr>
        <a:xfrm>
          <a:off x="5328640" y="2925649"/>
          <a:ext cx="2436723" cy="92706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308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Bahnschrift SemiBold" panose="020B0502040204020203" pitchFamily="34" charset="0"/>
            </a:rPr>
            <a:t>Level</a:t>
          </a:r>
          <a:endParaRPr lang="ru-RU" sz="2400" kern="1200" dirty="0">
            <a:latin typeface="Bahnschrift SemiBold" panose="020B0502040204020203" pitchFamily="34" charset="0"/>
          </a:endParaRPr>
        </a:p>
      </dsp:txBody>
      <dsp:txXfrm>
        <a:off x="5328640" y="2925649"/>
        <a:ext cx="2436723" cy="927067"/>
      </dsp:txXfrm>
    </dsp:sp>
    <dsp:sp modelId="{A1CECD85-FE2D-46D7-94A8-AE475380378F}">
      <dsp:nvSpPr>
        <dsp:cNvPr id="0" name=""/>
        <dsp:cNvSpPr/>
      </dsp:nvSpPr>
      <dsp:spPr>
        <a:xfrm>
          <a:off x="6009837" y="3646701"/>
          <a:ext cx="1611494" cy="309022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latin typeface="Bahnschrift SemiBold" panose="020B0502040204020203" pitchFamily="34" charset="0"/>
            </a:rPr>
            <a:t>Уровень</a:t>
          </a:r>
        </a:p>
      </dsp:txBody>
      <dsp:txXfrm>
        <a:off x="6009837" y="3646701"/>
        <a:ext cx="1611494" cy="309022"/>
      </dsp:txXfrm>
    </dsp:sp>
    <dsp:sp modelId="{6C80D88D-EF1B-4EF2-9784-99958723B073}">
      <dsp:nvSpPr>
        <dsp:cNvPr id="0" name=""/>
        <dsp:cNvSpPr/>
      </dsp:nvSpPr>
      <dsp:spPr>
        <a:xfrm>
          <a:off x="3893962" y="4388355"/>
          <a:ext cx="2436723" cy="927067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308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Bahnschrift SemiBold" panose="020B0502040204020203" pitchFamily="34" charset="0"/>
            </a:rPr>
            <a:t>PauseMenu</a:t>
          </a:r>
          <a:endParaRPr lang="en-US" sz="2400" kern="1200" dirty="0">
            <a:latin typeface="Bahnschrift SemiBold" panose="020B0502040204020203" pitchFamily="34" charset="0"/>
          </a:endParaRPr>
        </a:p>
      </dsp:txBody>
      <dsp:txXfrm>
        <a:off x="3893962" y="4388355"/>
        <a:ext cx="2436723" cy="927067"/>
      </dsp:txXfrm>
    </dsp:sp>
    <dsp:sp modelId="{1DB6F5DB-5534-482A-933C-85F87E173FA9}">
      <dsp:nvSpPr>
        <dsp:cNvPr id="0" name=""/>
        <dsp:cNvSpPr/>
      </dsp:nvSpPr>
      <dsp:spPr>
        <a:xfrm>
          <a:off x="4575159" y="5109407"/>
          <a:ext cx="1611494" cy="309022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12700" rIns="50800" bIns="127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latin typeface="Bahnschrift SemiBold" panose="020B0502040204020203" pitchFamily="34" charset="0"/>
            </a:rPr>
            <a:t>Пауза</a:t>
          </a:r>
        </a:p>
      </dsp:txBody>
      <dsp:txXfrm>
        <a:off x="4575159" y="5109407"/>
        <a:ext cx="1611494" cy="3090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826C0-94FC-49B3-9A48-EED933AD5832}">
      <dsp:nvSpPr>
        <dsp:cNvPr id="0" name=""/>
        <dsp:cNvSpPr/>
      </dsp:nvSpPr>
      <dsp:spPr>
        <a:xfrm>
          <a:off x="160287" y="1204"/>
          <a:ext cx="2439756" cy="1680991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 l="-4000" r="-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9087CD-60D8-46D6-A83B-C168C7CBEAE4}">
      <dsp:nvSpPr>
        <dsp:cNvPr id="0" name=""/>
        <dsp:cNvSpPr/>
      </dsp:nvSpPr>
      <dsp:spPr>
        <a:xfrm>
          <a:off x="160287" y="1682196"/>
          <a:ext cx="2439756" cy="905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Bahnschrift SemiBold" panose="020B0502040204020203" pitchFamily="34" charset="0"/>
            </a:rPr>
            <a:t>menu</a:t>
          </a:r>
          <a:endParaRPr lang="ru-RU" sz="4000" kern="1200" dirty="0">
            <a:latin typeface="Bahnschrift SemiBold" panose="020B0502040204020203" pitchFamily="34" charset="0"/>
          </a:endParaRPr>
        </a:p>
      </dsp:txBody>
      <dsp:txXfrm>
        <a:off x="160287" y="1682196"/>
        <a:ext cx="2439756" cy="905149"/>
      </dsp:txXfrm>
    </dsp:sp>
    <dsp:sp modelId="{15FC400B-5923-41E8-83FB-A654640FFA4A}">
      <dsp:nvSpPr>
        <dsp:cNvPr id="0" name=""/>
        <dsp:cNvSpPr/>
      </dsp:nvSpPr>
      <dsp:spPr>
        <a:xfrm>
          <a:off x="2844121" y="1204"/>
          <a:ext cx="2439756" cy="1680991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521A5-CD23-4674-9AD3-6D357A128914}">
      <dsp:nvSpPr>
        <dsp:cNvPr id="0" name=""/>
        <dsp:cNvSpPr/>
      </dsp:nvSpPr>
      <dsp:spPr>
        <a:xfrm>
          <a:off x="2844121" y="1682196"/>
          <a:ext cx="2439756" cy="905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Bahnschrift SemiBold" panose="020B0502040204020203" pitchFamily="34" charset="0"/>
            </a:rPr>
            <a:t>level1</a:t>
          </a:r>
          <a:endParaRPr lang="ru-RU" sz="4000" kern="1200" dirty="0">
            <a:latin typeface="Bahnschrift SemiBold" panose="020B0502040204020203" pitchFamily="34" charset="0"/>
          </a:endParaRPr>
        </a:p>
      </dsp:txBody>
      <dsp:txXfrm>
        <a:off x="2844121" y="1682196"/>
        <a:ext cx="2439756" cy="905149"/>
      </dsp:txXfrm>
    </dsp:sp>
    <dsp:sp modelId="{5C8C131E-7FE7-48F7-AFE9-E864C3C26B45}">
      <dsp:nvSpPr>
        <dsp:cNvPr id="0" name=""/>
        <dsp:cNvSpPr/>
      </dsp:nvSpPr>
      <dsp:spPr>
        <a:xfrm>
          <a:off x="5527956" y="1204"/>
          <a:ext cx="2439756" cy="1680991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t="-1000" b="-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AF8CE8-14C0-4B87-A883-2AF54644B891}">
      <dsp:nvSpPr>
        <dsp:cNvPr id="0" name=""/>
        <dsp:cNvSpPr/>
      </dsp:nvSpPr>
      <dsp:spPr>
        <a:xfrm>
          <a:off x="5527956" y="1682196"/>
          <a:ext cx="2439756" cy="905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Bahnschrift SemiBold" panose="020B0502040204020203" pitchFamily="34" charset="0"/>
            </a:rPr>
            <a:t>level2</a:t>
          </a:r>
          <a:endParaRPr lang="ru-RU" sz="4000" kern="1200" dirty="0">
            <a:latin typeface="Bahnschrift SemiBold" panose="020B0502040204020203" pitchFamily="34" charset="0"/>
          </a:endParaRPr>
        </a:p>
      </dsp:txBody>
      <dsp:txXfrm>
        <a:off x="5527956" y="1682196"/>
        <a:ext cx="2439756" cy="905149"/>
      </dsp:txXfrm>
    </dsp:sp>
    <dsp:sp modelId="{D05515A1-9D58-4682-9166-BCE88744D029}">
      <dsp:nvSpPr>
        <dsp:cNvPr id="0" name=""/>
        <dsp:cNvSpPr/>
      </dsp:nvSpPr>
      <dsp:spPr>
        <a:xfrm>
          <a:off x="160287" y="2831321"/>
          <a:ext cx="2439756" cy="1680991"/>
        </a:xfrm>
        <a:prstGeom prst="rect">
          <a:avLst/>
        </a:prstGeom>
        <a:blipFill rotWithShape="1">
          <a:blip xmlns:r="http://schemas.openxmlformats.org/officeDocument/2006/relationships" r:embed="rId4"/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26EE45-11DF-4C92-99F3-113083AF24A2}">
      <dsp:nvSpPr>
        <dsp:cNvPr id="0" name=""/>
        <dsp:cNvSpPr/>
      </dsp:nvSpPr>
      <dsp:spPr>
        <a:xfrm>
          <a:off x="160287" y="4512313"/>
          <a:ext cx="2439756" cy="905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Bahnschrift SemiBold" panose="020B0502040204020203" pitchFamily="34" charset="0"/>
            </a:rPr>
            <a:t>level3</a:t>
          </a:r>
          <a:endParaRPr lang="ru-RU" sz="4000" kern="1200" dirty="0">
            <a:latin typeface="Bahnschrift SemiBold" panose="020B0502040204020203" pitchFamily="34" charset="0"/>
          </a:endParaRPr>
        </a:p>
      </dsp:txBody>
      <dsp:txXfrm>
        <a:off x="160287" y="4512313"/>
        <a:ext cx="2439756" cy="905149"/>
      </dsp:txXfrm>
    </dsp:sp>
    <dsp:sp modelId="{741DD55E-F491-4F1E-82C6-D6E00EBD3F1F}">
      <dsp:nvSpPr>
        <dsp:cNvPr id="0" name=""/>
        <dsp:cNvSpPr/>
      </dsp:nvSpPr>
      <dsp:spPr>
        <a:xfrm>
          <a:off x="2844121" y="2831321"/>
          <a:ext cx="2439756" cy="1680991"/>
        </a:xfrm>
        <a:prstGeom prst="rect">
          <a:avLst/>
        </a:prstGeom>
        <a:blipFill rotWithShape="1">
          <a:blip xmlns:r="http://schemas.openxmlformats.org/officeDocument/2006/relationships" r:embed="rId5"/>
          <a:srcRect/>
          <a:stretch>
            <a:fillRect l="-4000" r="-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5EC7FD-1490-4713-A602-775B89D46617}">
      <dsp:nvSpPr>
        <dsp:cNvPr id="0" name=""/>
        <dsp:cNvSpPr/>
      </dsp:nvSpPr>
      <dsp:spPr>
        <a:xfrm>
          <a:off x="2844121" y="4512313"/>
          <a:ext cx="2439756" cy="905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Bahnschrift SemiBold" panose="020B0502040204020203" pitchFamily="34" charset="0"/>
            </a:rPr>
            <a:t>level4</a:t>
          </a:r>
          <a:endParaRPr lang="ru-RU" sz="4000" kern="1200" dirty="0">
            <a:latin typeface="Bahnschrift SemiBold" panose="020B0502040204020203" pitchFamily="34" charset="0"/>
          </a:endParaRPr>
        </a:p>
      </dsp:txBody>
      <dsp:txXfrm>
        <a:off x="2844121" y="4512313"/>
        <a:ext cx="2439756" cy="905149"/>
      </dsp:txXfrm>
    </dsp:sp>
    <dsp:sp modelId="{F568A0CB-16C8-4E28-B8BA-3A35654C53EF}">
      <dsp:nvSpPr>
        <dsp:cNvPr id="0" name=""/>
        <dsp:cNvSpPr/>
      </dsp:nvSpPr>
      <dsp:spPr>
        <a:xfrm>
          <a:off x="5527956" y="2831321"/>
          <a:ext cx="2439756" cy="1680991"/>
        </a:xfrm>
        <a:prstGeom prst="rect">
          <a:avLst/>
        </a:prstGeom>
        <a:blipFill rotWithShape="1">
          <a:blip xmlns:r="http://schemas.openxmlformats.org/officeDocument/2006/relationships" r:embed="rId6"/>
          <a:srcRect/>
          <a:stretch>
            <a:fillRect l="-4000" r="-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124F2-461F-456F-AF72-541D9BEA8CC5}">
      <dsp:nvSpPr>
        <dsp:cNvPr id="0" name=""/>
        <dsp:cNvSpPr/>
      </dsp:nvSpPr>
      <dsp:spPr>
        <a:xfrm>
          <a:off x="5527956" y="4512313"/>
          <a:ext cx="2439756" cy="905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Bahnschrift SemiBold" panose="020B0502040204020203" pitchFamily="34" charset="0"/>
            </a:rPr>
            <a:t>level5</a:t>
          </a:r>
          <a:endParaRPr lang="ru-RU" sz="4000" kern="1200" dirty="0">
            <a:latin typeface="Bahnschrift SemiBold" panose="020B0502040204020203" pitchFamily="34" charset="0"/>
          </a:endParaRPr>
        </a:p>
      </dsp:txBody>
      <dsp:txXfrm>
        <a:off x="5527956" y="4512313"/>
        <a:ext cx="2439756" cy="9051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17CF8-E007-4F1D-862D-A2ADFF191178}">
      <dsp:nvSpPr>
        <dsp:cNvPr id="0" name=""/>
        <dsp:cNvSpPr/>
      </dsp:nvSpPr>
      <dsp:spPr>
        <a:xfrm rot="16200000">
          <a:off x="-1846194" y="2773249"/>
          <a:ext cx="4226560" cy="399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2315" bIns="0" numCol="1" spcCol="1270" anchor="t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>
              <a:solidFill>
                <a:srgbClr val="00CBAE"/>
              </a:solidFill>
              <a:latin typeface="Bahnschrift SemiBold" panose="020B0502040204020203" pitchFamily="34" charset="0"/>
            </a:rPr>
            <a:t>BasicTower</a:t>
          </a:r>
          <a:endParaRPr lang="ru-RU" sz="2900" kern="1200" dirty="0">
            <a:solidFill>
              <a:srgbClr val="00CBAE"/>
            </a:solidFill>
            <a:latin typeface="Bahnschrift SemiBold" panose="020B0502040204020203" pitchFamily="34" charset="0"/>
          </a:endParaRPr>
        </a:p>
      </dsp:txBody>
      <dsp:txXfrm>
        <a:off x="-1846194" y="2773249"/>
        <a:ext cx="4226560" cy="399474"/>
      </dsp:txXfrm>
    </dsp:sp>
    <dsp:sp modelId="{3ECBDE27-0084-42E2-BFC9-E0795D6DF208}">
      <dsp:nvSpPr>
        <dsp:cNvPr id="0" name=""/>
        <dsp:cNvSpPr/>
      </dsp:nvSpPr>
      <dsp:spPr>
        <a:xfrm>
          <a:off x="466822" y="859706"/>
          <a:ext cx="1989807" cy="4226560"/>
        </a:xfrm>
        <a:prstGeom prst="rect">
          <a:avLst/>
        </a:prstGeom>
        <a:solidFill>
          <a:srgbClr val="00CBA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352315" rIns="184912" bIns="184912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>
              <a:latin typeface="Bahnschrift SemiBold" panose="020B0502040204020203" pitchFamily="34" charset="0"/>
            </a:rPr>
            <a:t>Умеренный урон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>
              <a:latin typeface="Bahnschrift SemiBold" panose="020B0502040204020203" pitchFamily="34" charset="0"/>
            </a:rPr>
            <a:t>Умеренная скорость стрельбы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>
              <a:latin typeface="Bahnschrift SemiBold" panose="020B0502040204020203" pitchFamily="34" charset="0"/>
            </a:rPr>
            <a:t>Умеренный радиус стрельбы</a:t>
          </a:r>
        </a:p>
      </dsp:txBody>
      <dsp:txXfrm>
        <a:off x="466822" y="859706"/>
        <a:ext cx="1989807" cy="4226560"/>
      </dsp:txXfrm>
    </dsp:sp>
    <dsp:sp modelId="{844DACD8-51A5-460E-BCD3-BD7251709EB8}">
      <dsp:nvSpPr>
        <dsp:cNvPr id="0" name=""/>
        <dsp:cNvSpPr/>
      </dsp:nvSpPr>
      <dsp:spPr>
        <a:xfrm>
          <a:off x="67347" y="332400"/>
          <a:ext cx="798949" cy="798949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91475-F2D9-46C3-A145-027641A8E316}">
      <dsp:nvSpPr>
        <dsp:cNvPr id="0" name=""/>
        <dsp:cNvSpPr/>
      </dsp:nvSpPr>
      <dsp:spPr>
        <a:xfrm rot="16200000">
          <a:off x="1064059" y="2773249"/>
          <a:ext cx="4226560" cy="399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2315" bIns="0" numCol="1" spcCol="1270" anchor="t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>
              <a:solidFill>
                <a:srgbClr val="F40000"/>
              </a:solidFill>
              <a:latin typeface="Bahnschrift SemiBold" panose="020B0502040204020203" pitchFamily="34" charset="0"/>
            </a:rPr>
            <a:t>ExplosiveTower</a:t>
          </a:r>
          <a:endParaRPr lang="ru-RU" sz="2900" kern="1200" dirty="0">
            <a:solidFill>
              <a:srgbClr val="F40000"/>
            </a:solidFill>
            <a:latin typeface="Bahnschrift SemiBold" panose="020B0502040204020203" pitchFamily="34" charset="0"/>
          </a:endParaRPr>
        </a:p>
      </dsp:txBody>
      <dsp:txXfrm>
        <a:off x="1064059" y="2773249"/>
        <a:ext cx="4226560" cy="399474"/>
      </dsp:txXfrm>
    </dsp:sp>
    <dsp:sp modelId="{2C89A783-59F8-4D79-AC2E-F4A5845CB383}">
      <dsp:nvSpPr>
        <dsp:cNvPr id="0" name=""/>
        <dsp:cNvSpPr/>
      </dsp:nvSpPr>
      <dsp:spPr>
        <a:xfrm>
          <a:off x="3377076" y="859706"/>
          <a:ext cx="1989807" cy="4226560"/>
        </a:xfrm>
        <a:prstGeom prst="rect">
          <a:avLst/>
        </a:prstGeom>
        <a:solidFill>
          <a:srgbClr val="F4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352315" rIns="184912" bIns="184912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>
              <a:latin typeface="Bahnschrift SemiBold" panose="020B0502040204020203" pitchFamily="34" charset="0"/>
            </a:rPr>
            <a:t>Низкий урон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>
              <a:latin typeface="Bahnschrift SemiBold" panose="020B0502040204020203" pitchFamily="34" charset="0"/>
            </a:rPr>
            <a:t>Умеренная скорость стрельбы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>
              <a:latin typeface="Bahnschrift SemiBold" panose="020B0502040204020203" pitchFamily="34" charset="0"/>
            </a:rPr>
            <a:t>Маленький радиус стрельбы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>
              <a:latin typeface="Bahnschrift SemiBold" panose="020B0502040204020203" pitchFamily="34" charset="0"/>
            </a:rPr>
            <a:t>Урон по площади</a:t>
          </a:r>
        </a:p>
      </dsp:txBody>
      <dsp:txXfrm>
        <a:off x="3377076" y="859706"/>
        <a:ext cx="1989807" cy="4226560"/>
      </dsp:txXfrm>
    </dsp:sp>
    <dsp:sp modelId="{02AA6975-5CB5-41C0-8907-33C97DE6F3CB}">
      <dsp:nvSpPr>
        <dsp:cNvPr id="0" name=""/>
        <dsp:cNvSpPr/>
      </dsp:nvSpPr>
      <dsp:spPr>
        <a:xfrm>
          <a:off x="2977601" y="332400"/>
          <a:ext cx="798949" cy="798949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49EB41-0645-48F3-9234-F3706D29AEE3}">
      <dsp:nvSpPr>
        <dsp:cNvPr id="0" name=""/>
        <dsp:cNvSpPr/>
      </dsp:nvSpPr>
      <dsp:spPr>
        <a:xfrm rot="16200000">
          <a:off x="3974312" y="2773249"/>
          <a:ext cx="4226560" cy="399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2315" bIns="0" numCol="1" spcCol="1270" anchor="t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>
              <a:solidFill>
                <a:srgbClr val="13AB00"/>
              </a:solidFill>
              <a:latin typeface="Bahnschrift SemiBold" panose="020B0502040204020203" pitchFamily="34" charset="0"/>
            </a:rPr>
            <a:t>SniperTower</a:t>
          </a:r>
          <a:endParaRPr lang="ru-RU" sz="2900" kern="1200" dirty="0">
            <a:solidFill>
              <a:srgbClr val="13AB00"/>
            </a:solidFill>
            <a:latin typeface="Bahnschrift SemiBold" panose="020B0502040204020203" pitchFamily="34" charset="0"/>
          </a:endParaRPr>
        </a:p>
      </dsp:txBody>
      <dsp:txXfrm>
        <a:off x="3974312" y="2773249"/>
        <a:ext cx="4226560" cy="399474"/>
      </dsp:txXfrm>
    </dsp:sp>
    <dsp:sp modelId="{6BE67377-EAC9-4734-954B-1E537A799B15}">
      <dsp:nvSpPr>
        <dsp:cNvPr id="0" name=""/>
        <dsp:cNvSpPr/>
      </dsp:nvSpPr>
      <dsp:spPr>
        <a:xfrm>
          <a:off x="6287330" y="859706"/>
          <a:ext cx="1989807" cy="4226560"/>
        </a:xfrm>
        <a:prstGeom prst="rect">
          <a:avLst/>
        </a:prstGeom>
        <a:solidFill>
          <a:srgbClr val="13AB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352315" rIns="184912" bIns="184912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>
              <a:latin typeface="Bahnschrift SemiBold" panose="020B0502040204020203" pitchFamily="34" charset="0"/>
            </a:rPr>
            <a:t>Высокий урон</a:t>
          </a:r>
          <a:endParaRPr lang="ru-RU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>
              <a:latin typeface="Bahnschrift SemiBold" panose="020B0502040204020203" pitchFamily="34" charset="0"/>
            </a:rPr>
            <a:t>Медленная скорость стрельбы</a:t>
          </a:r>
          <a:endParaRPr lang="ru-RU" sz="2000" kern="1200" dirty="0">
            <a:latin typeface="Bahnschrift SemiBold" panose="020B0502040204020203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>
              <a:latin typeface="Bahnschrift SemiBold" panose="020B0502040204020203" pitchFamily="34" charset="0"/>
            </a:rPr>
            <a:t>Огромный радиус стрельбы</a:t>
          </a:r>
          <a:endParaRPr lang="ru-RU" sz="2000" kern="1200" dirty="0">
            <a:latin typeface="Bahnschrift SemiBold" panose="020B0502040204020203" pitchFamily="34" charset="0"/>
          </a:endParaRPr>
        </a:p>
      </dsp:txBody>
      <dsp:txXfrm>
        <a:off x="6287330" y="859706"/>
        <a:ext cx="1989807" cy="4226560"/>
      </dsp:txXfrm>
    </dsp:sp>
    <dsp:sp modelId="{B3DC7E49-5067-4734-9E98-317ED5C04E19}">
      <dsp:nvSpPr>
        <dsp:cNvPr id="0" name=""/>
        <dsp:cNvSpPr/>
      </dsp:nvSpPr>
      <dsp:spPr>
        <a:xfrm>
          <a:off x="5887855" y="332400"/>
          <a:ext cx="798949" cy="798949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9D97A1-A6CE-459A-A499-0C9DCC83DFE4}">
      <dsp:nvSpPr>
        <dsp:cNvPr id="0" name=""/>
        <dsp:cNvSpPr/>
      </dsp:nvSpPr>
      <dsp:spPr>
        <a:xfrm rot="16200000">
          <a:off x="6884566" y="2773249"/>
          <a:ext cx="4226560" cy="399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2315" bIns="0" numCol="1" spcCol="1270" anchor="t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>
              <a:solidFill>
                <a:srgbClr val="4100CE"/>
              </a:solidFill>
              <a:latin typeface="Bahnschrift SemiBold" panose="020B0502040204020203" pitchFamily="34" charset="0"/>
            </a:rPr>
            <a:t>MinigunTower</a:t>
          </a:r>
          <a:endParaRPr lang="ru-RU" sz="2900" kern="1200" dirty="0">
            <a:solidFill>
              <a:srgbClr val="4100CE"/>
            </a:solidFill>
            <a:latin typeface="Bahnschrift SemiBold" panose="020B0502040204020203" pitchFamily="34" charset="0"/>
          </a:endParaRPr>
        </a:p>
      </dsp:txBody>
      <dsp:txXfrm>
        <a:off x="6884566" y="2773249"/>
        <a:ext cx="4226560" cy="399474"/>
      </dsp:txXfrm>
    </dsp:sp>
    <dsp:sp modelId="{9E61AE9A-CDFA-4776-8074-2D4EBD752D75}">
      <dsp:nvSpPr>
        <dsp:cNvPr id="0" name=""/>
        <dsp:cNvSpPr/>
      </dsp:nvSpPr>
      <dsp:spPr>
        <a:xfrm>
          <a:off x="9197584" y="859706"/>
          <a:ext cx="1989807" cy="4226560"/>
        </a:xfrm>
        <a:prstGeom prst="rect">
          <a:avLst/>
        </a:prstGeom>
        <a:solidFill>
          <a:srgbClr val="4100C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352315" rIns="184912" bIns="184912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>
              <a:latin typeface="Bahnschrift SemiBold" panose="020B0502040204020203" pitchFamily="34" charset="0"/>
            </a:rPr>
            <a:t>Низкий урон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>
              <a:latin typeface="Bahnschrift SemiBold" panose="020B0502040204020203" pitchFamily="34" charset="0"/>
            </a:rPr>
            <a:t>Быстрая скорость стрельбы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>
              <a:latin typeface="Bahnschrift SemiBold" panose="020B0502040204020203" pitchFamily="34" charset="0"/>
            </a:rPr>
            <a:t>Большой радиус стрельбы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kern="1200" dirty="0">
              <a:latin typeface="Bahnschrift SemiBold" panose="020B0502040204020203" pitchFamily="34" charset="0"/>
            </a:rPr>
            <a:t>Самый большой </a:t>
          </a:r>
          <a:r>
            <a:rPr lang="en-US" sz="2000" kern="1200" dirty="0">
              <a:latin typeface="Bahnschrift SemiBold" panose="020B0502040204020203" pitchFamily="34" charset="0"/>
            </a:rPr>
            <a:t>DPS</a:t>
          </a:r>
          <a:endParaRPr lang="ru-RU" sz="2000" kern="1200" dirty="0">
            <a:latin typeface="Bahnschrift SemiBold" panose="020B0502040204020203" pitchFamily="34" charset="0"/>
          </a:endParaRPr>
        </a:p>
      </dsp:txBody>
      <dsp:txXfrm>
        <a:off x="9197584" y="859706"/>
        <a:ext cx="1989807" cy="4226560"/>
      </dsp:txXfrm>
    </dsp:sp>
    <dsp:sp modelId="{AA41627E-AAF0-4CB1-AFB2-3167053FDEAB}">
      <dsp:nvSpPr>
        <dsp:cNvPr id="0" name=""/>
        <dsp:cNvSpPr/>
      </dsp:nvSpPr>
      <dsp:spPr>
        <a:xfrm>
          <a:off x="8798109" y="332400"/>
          <a:ext cx="798949" cy="798949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7AB4BB-08DF-4D64-9224-00329DC6AB75}">
      <dsp:nvSpPr>
        <dsp:cNvPr id="0" name=""/>
        <dsp:cNvSpPr/>
      </dsp:nvSpPr>
      <dsp:spPr>
        <a:xfrm>
          <a:off x="0" y="28694"/>
          <a:ext cx="10218420" cy="974025"/>
        </a:xfrm>
        <a:prstGeom prst="snip2Diag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Bullet</a:t>
          </a:r>
          <a:endParaRPr lang="ru-RU" sz="3700" kern="1200" dirty="0"/>
        </a:p>
      </dsp:txBody>
      <dsp:txXfrm>
        <a:off x="81170" y="109864"/>
        <a:ext cx="10056080" cy="811685"/>
      </dsp:txXfrm>
    </dsp:sp>
    <dsp:sp modelId="{0A7831B4-A259-4DF9-BB50-D2F1A8CC8C53}">
      <dsp:nvSpPr>
        <dsp:cNvPr id="0" name=""/>
        <dsp:cNvSpPr/>
      </dsp:nvSpPr>
      <dsp:spPr>
        <a:xfrm>
          <a:off x="0" y="1002720"/>
          <a:ext cx="10218420" cy="61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4435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900" kern="1200" dirty="0"/>
            <a:t>Обычная пуля</a:t>
          </a:r>
        </a:p>
      </dsp:txBody>
      <dsp:txXfrm>
        <a:off x="0" y="1002720"/>
        <a:ext cx="10218420" cy="612720"/>
      </dsp:txXfrm>
    </dsp:sp>
    <dsp:sp modelId="{B5FB348B-A06F-4212-8CE0-FE7544C448CF}">
      <dsp:nvSpPr>
        <dsp:cNvPr id="0" name=""/>
        <dsp:cNvSpPr/>
      </dsp:nvSpPr>
      <dsp:spPr>
        <a:xfrm>
          <a:off x="0" y="1615440"/>
          <a:ext cx="10218420" cy="974025"/>
        </a:xfrm>
        <a:prstGeom prst="snip2DiagRect">
          <a:avLst/>
        </a:prstGeom>
        <a:solidFill>
          <a:srgbClr val="FF000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 err="1"/>
            <a:t>ExplosiveBullet</a:t>
          </a:r>
          <a:endParaRPr lang="ru-RU" sz="3700" kern="1200" dirty="0"/>
        </a:p>
      </dsp:txBody>
      <dsp:txXfrm>
        <a:off x="81170" y="1696610"/>
        <a:ext cx="10056080" cy="811685"/>
      </dsp:txXfrm>
    </dsp:sp>
    <dsp:sp modelId="{68033EC3-EA05-4B95-92B4-DCFAE83510A6}">
      <dsp:nvSpPr>
        <dsp:cNvPr id="0" name=""/>
        <dsp:cNvSpPr/>
      </dsp:nvSpPr>
      <dsp:spPr>
        <a:xfrm>
          <a:off x="0" y="2589465"/>
          <a:ext cx="10218420" cy="61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4435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900" kern="1200" dirty="0"/>
            <a:t>Пуля с уроном по области</a:t>
          </a:r>
        </a:p>
      </dsp:txBody>
      <dsp:txXfrm>
        <a:off x="0" y="2589465"/>
        <a:ext cx="10218420" cy="6127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17CF8-E007-4F1D-862D-A2ADFF191178}">
      <dsp:nvSpPr>
        <dsp:cNvPr id="0" name=""/>
        <dsp:cNvSpPr/>
      </dsp:nvSpPr>
      <dsp:spPr>
        <a:xfrm rot="16200000">
          <a:off x="-1846194" y="2773249"/>
          <a:ext cx="4226560" cy="399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2315" bIns="0" numCol="1" spcCol="1270" anchor="t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>
              <a:solidFill>
                <a:srgbClr val="A9DB00"/>
              </a:solidFill>
              <a:latin typeface="Bahnschrift SemiBold" panose="020B0502040204020203" pitchFamily="34" charset="0"/>
            </a:rPr>
            <a:t>BasicEnemy</a:t>
          </a:r>
          <a:endParaRPr lang="ru-RU" sz="2900" kern="1200" dirty="0">
            <a:solidFill>
              <a:srgbClr val="A9DB00"/>
            </a:solidFill>
            <a:latin typeface="Bahnschrift SemiBold" panose="020B0502040204020203" pitchFamily="34" charset="0"/>
          </a:endParaRPr>
        </a:p>
      </dsp:txBody>
      <dsp:txXfrm>
        <a:off x="-1846194" y="2773249"/>
        <a:ext cx="4226560" cy="399474"/>
      </dsp:txXfrm>
    </dsp:sp>
    <dsp:sp modelId="{3ECBDE27-0084-42E2-BFC9-E0795D6DF208}">
      <dsp:nvSpPr>
        <dsp:cNvPr id="0" name=""/>
        <dsp:cNvSpPr/>
      </dsp:nvSpPr>
      <dsp:spPr>
        <a:xfrm>
          <a:off x="466822" y="859706"/>
          <a:ext cx="1989807" cy="4226560"/>
        </a:xfrm>
        <a:prstGeom prst="rect">
          <a:avLst/>
        </a:prstGeom>
        <a:solidFill>
          <a:srgbClr val="A9DB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352315" rIns="156464" bIns="15646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>
              <a:latin typeface="Bahnschrift SemiBold" panose="020B0502040204020203" pitchFamily="34" charset="0"/>
            </a:rPr>
            <a:t>Умеренное количество здоровья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>
              <a:latin typeface="Bahnschrift SemiBold" panose="020B0502040204020203" pitchFamily="34" charset="0"/>
            </a:rPr>
            <a:t>Низкое бронирование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>
              <a:latin typeface="Bahnschrift SemiBold" panose="020B0502040204020203" pitchFamily="34" charset="0"/>
            </a:rPr>
            <a:t>Средняя скорость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>
              <a:latin typeface="Bahnschrift SemiBold" panose="020B0502040204020203" pitchFamily="34" charset="0"/>
            </a:rPr>
            <a:t>Низкий урон</a:t>
          </a:r>
        </a:p>
      </dsp:txBody>
      <dsp:txXfrm>
        <a:off x="466822" y="859706"/>
        <a:ext cx="1989807" cy="4226560"/>
      </dsp:txXfrm>
    </dsp:sp>
    <dsp:sp modelId="{844DACD8-51A5-460E-BCD3-BD7251709EB8}">
      <dsp:nvSpPr>
        <dsp:cNvPr id="0" name=""/>
        <dsp:cNvSpPr/>
      </dsp:nvSpPr>
      <dsp:spPr>
        <a:xfrm>
          <a:off x="67347" y="332400"/>
          <a:ext cx="798949" cy="798949"/>
        </a:xfrm>
        <a:prstGeom prst="rect">
          <a:avLst/>
        </a:prstGeom>
        <a:blipFill dpi="0" rotWithShape="1"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/>
          <a:stretch>
            <a:fillRect l="-50031" t="-50031" r="-50031" b="-50031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91475-F2D9-46C3-A145-027641A8E316}">
      <dsp:nvSpPr>
        <dsp:cNvPr id="0" name=""/>
        <dsp:cNvSpPr/>
      </dsp:nvSpPr>
      <dsp:spPr>
        <a:xfrm rot="16200000">
          <a:off x="1064059" y="2773249"/>
          <a:ext cx="4226560" cy="399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2315" bIns="0" numCol="1" spcCol="1270" anchor="t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>
              <a:solidFill>
                <a:srgbClr val="E7D500"/>
              </a:solidFill>
              <a:latin typeface="Bahnschrift SemiBold" panose="020B0502040204020203" pitchFamily="34" charset="0"/>
            </a:rPr>
            <a:t>FastEnemy</a:t>
          </a:r>
          <a:endParaRPr lang="ru-RU" sz="2900" kern="1200" dirty="0">
            <a:solidFill>
              <a:srgbClr val="E7D500"/>
            </a:solidFill>
            <a:latin typeface="Bahnschrift SemiBold" panose="020B0502040204020203" pitchFamily="34" charset="0"/>
          </a:endParaRPr>
        </a:p>
      </dsp:txBody>
      <dsp:txXfrm>
        <a:off x="1064059" y="2773249"/>
        <a:ext cx="4226560" cy="399474"/>
      </dsp:txXfrm>
    </dsp:sp>
    <dsp:sp modelId="{2C89A783-59F8-4D79-AC2E-F4A5845CB383}">
      <dsp:nvSpPr>
        <dsp:cNvPr id="0" name=""/>
        <dsp:cNvSpPr/>
      </dsp:nvSpPr>
      <dsp:spPr>
        <a:xfrm>
          <a:off x="3377076" y="859706"/>
          <a:ext cx="1989807" cy="4226560"/>
        </a:xfrm>
        <a:prstGeom prst="rect">
          <a:avLst/>
        </a:prstGeom>
        <a:solidFill>
          <a:srgbClr val="E7D5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352315" rIns="156464" bIns="15646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>
              <a:latin typeface="Bahnschrift SemiBold" panose="020B0502040204020203" pitchFamily="34" charset="0"/>
            </a:rPr>
            <a:t>Малое количество здоровья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>
              <a:latin typeface="Bahnschrift SemiBold" panose="020B0502040204020203" pitchFamily="34" charset="0"/>
            </a:rPr>
            <a:t>Бронирование отсутствует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>
              <a:latin typeface="Bahnschrift SemiBold" panose="020B0502040204020203" pitchFamily="34" charset="0"/>
            </a:rPr>
            <a:t>Быстрый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>
              <a:latin typeface="Bahnschrift SemiBold" panose="020B0502040204020203" pitchFamily="34" charset="0"/>
            </a:rPr>
            <a:t>Низкий урон</a:t>
          </a:r>
        </a:p>
      </dsp:txBody>
      <dsp:txXfrm>
        <a:off x="3377076" y="859706"/>
        <a:ext cx="1989807" cy="4226560"/>
      </dsp:txXfrm>
    </dsp:sp>
    <dsp:sp modelId="{02AA6975-5CB5-41C0-8907-33C97DE6F3CB}">
      <dsp:nvSpPr>
        <dsp:cNvPr id="0" name=""/>
        <dsp:cNvSpPr/>
      </dsp:nvSpPr>
      <dsp:spPr>
        <a:xfrm>
          <a:off x="2977601" y="332400"/>
          <a:ext cx="798949" cy="798949"/>
        </a:xfrm>
        <a:prstGeom prst="rect">
          <a:avLst/>
        </a:prstGeom>
        <a:blipFill dpi="0" rotWithShape="1"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/>
          <a:stretch>
            <a:fillRect l="-50031" t="-50031" r="-50031" b="-50031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49EB41-0645-48F3-9234-F3706D29AEE3}">
      <dsp:nvSpPr>
        <dsp:cNvPr id="0" name=""/>
        <dsp:cNvSpPr/>
      </dsp:nvSpPr>
      <dsp:spPr>
        <a:xfrm rot="16200000">
          <a:off x="3974312" y="2773249"/>
          <a:ext cx="4226560" cy="399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2315" bIns="0" numCol="1" spcCol="1270" anchor="t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>
              <a:solidFill>
                <a:srgbClr val="D60000"/>
              </a:solidFill>
              <a:latin typeface="Bahnschrift SemiBold" panose="020B0502040204020203" pitchFamily="34" charset="0"/>
            </a:rPr>
            <a:t>BigEnemy</a:t>
          </a:r>
          <a:endParaRPr lang="ru-RU" sz="2900" kern="1200" dirty="0">
            <a:solidFill>
              <a:srgbClr val="D60000"/>
            </a:solidFill>
            <a:latin typeface="Bahnschrift SemiBold" panose="020B0502040204020203" pitchFamily="34" charset="0"/>
          </a:endParaRPr>
        </a:p>
      </dsp:txBody>
      <dsp:txXfrm>
        <a:off x="3974312" y="2773249"/>
        <a:ext cx="4226560" cy="399474"/>
      </dsp:txXfrm>
    </dsp:sp>
    <dsp:sp modelId="{6BE67377-EAC9-4734-954B-1E537A799B15}">
      <dsp:nvSpPr>
        <dsp:cNvPr id="0" name=""/>
        <dsp:cNvSpPr/>
      </dsp:nvSpPr>
      <dsp:spPr>
        <a:xfrm>
          <a:off x="6287330" y="859706"/>
          <a:ext cx="1989807" cy="4226560"/>
        </a:xfrm>
        <a:prstGeom prst="rect">
          <a:avLst/>
        </a:prstGeom>
        <a:solidFill>
          <a:srgbClr val="D6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352315" rIns="156464" bIns="15646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>
              <a:latin typeface="Bahnschrift SemiBold" panose="020B0502040204020203" pitchFamily="34" charset="0"/>
            </a:rPr>
            <a:t>Больше количество здоровья</a:t>
          </a:r>
          <a:endParaRPr lang="ru-RU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>
              <a:latin typeface="Bahnschrift SemiBold" panose="020B0502040204020203" pitchFamily="34" charset="0"/>
            </a:rPr>
            <a:t>Сильное бронирование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>
              <a:latin typeface="Bahnschrift SemiBold" panose="020B0502040204020203" pitchFamily="34" charset="0"/>
            </a:rPr>
            <a:t>Медленный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>
              <a:latin typeface="Bahnschrift SemiBold" panose="020B0502040204020203" pitchFamily="34" charset="0"/>
            </a:rPr>
            <a:t>Умеренный урон</a:t>
          </a:r>
        </a:p>
      </dsp:txBody>
      <dsp:txXfrm>
        <a:off x="6287330" y="859706"/>
        <a:ext cx="1989807" cy="4226560"/>
      </dsp:txXfrm>
    </dsp:sp>
    <dsp:sp modelId="{B3DC7E49-5067-4734-9E98-317ED5C04E19}">
      <dsp:nvSpPr>
        <dsp:cNvPr id="0" name=""/>
        <dsp:cNvSpPr/>
      </dsp:nvSpPr>
      <dsp:spPr>
        <a:xfrm>
          <a:off x="5887855" y="332400"/>
          <a:ext cx="798949" cy="798949"/>
        </a:xfrm>
        <a:prstGeom prst="rect">
          <a:avLst/>
        </a:prstGeom>
        <a:blipFill dpi="0" rotWithShape="1">
          <a:blip xmlns:r="http://schemas.openxmlformats.org/officeDocument/2006/relationships"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/>
          <a:stretch>
            <a:fillRect l="-50031" t="-50031" r="-50031" b="-50031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9D97A1-A6CE-459A-A499-0C9DCC83DFE4}">
      <dsp:nvSpPr>
        <dsp:cNvPr id="0" name=""/>
        <dsp:cNvSpPr/>
      </dsp:nvSpPr>
      <dsp:spPr>
        <a:xfrm rot="16200000">
          <a:off x="6884566" y="2773249"/>
          <a:ext cx="4226560" cy="399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2315" bIns="0" numCol="1" spcCol="1270" anchor="t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>
              <a:solidFill>
                <a:srgbClr val="F2A000"/>
              </a:solidFill>
              <a:latin typeface="Bahnschrift SemiBold" panose="020B0502040204020203" pitchFamily="34" charset="0"/>
            </a:rPr>
            <a:t>PushEnemy</a:t>
          </a:r>
          <a:endParaRPr lang="ru-RU" sz="2900" kern="1200" dirty="0">
            <a:solidFill>
              <a:srgbClr val="F2A000"/>
            </a:solidFill>
            <a:latin typeface="Bahnschrift SemiBold" panose="020B0502040204020203" pitchFamily="34" charset="0"/>
          </a:endParaRPr>
        </a:p>
      </dsp:txBody>
      <dsp:txXfrm>
        <a:off x="6884566" y="2773249"/>
        <a:ext cx="4226560" cy="399474"/>
      </dsp:txXfrm>
    </dsp:sp>
    <dsp:sp modelId="{9E61AE9A-CDFA-4776-8074-2D4EBD752D75}">
      <dsp:nvSpPr>
        <dsp:cNvPr id="0" name=""/>
        <dsp:cNvSpPr/>
      </dsp:nvSpPr>
      <dsp:spPr>
        <a:xfrm>
          <a:off x="9197584" y="859706"/>
          <a:ext cx="1989807" cy="4226560"/>
        </a:xfrm>
        <a:prstGeom prst="rect">
          <a:avLst/>
        </a:prstGeom>
        <a:solidFill>
          <a:srgbClr val="F2A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352315" rIns="156464" bIns="15646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>
              <a:latin typeface="Bahnschrift SemiBold" panose="020B0502040204020203" pitchFamily="34" charset="0"/>
            </a:rPr>
            <a:t>Повышенное количество здоровья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>
              <a:latin typeface="Bahnschrift SemiBold" panose="020B0502040204020203" pitchFamily="34" charset="0"/>
            </a:rPr>
            <a:t>Умеренное бронирование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>
              <a:latin typeface="Bahnschrift SemiBold" panose="020B0502040204020203" pitchFamily="34" charset="0"/>
            </a:rPr>
            <a:t>Быстрый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kern="1200" dirty="0">
              <a:latin typeface="Bahnschrift SemiBold" panose="020B0502040204020203" pitchFamily="34" charset="0"/>
            </a:rPr>
            <a:t>Умеренный урон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ru-RU" sz="1700" kern="1200" dirty="0">
            <a:latin typeface="Bahnschrift SemiBold" panose="020B0502040204020203" pitchFamily="34" charset="0"/>
          </a:endParaRPr>
        </a:p>
      </dsp:txBody>
      <dsp:txXfrm>
        <a:off x="9197584" y="859706"/>
        <a:ext cx="1989807" cy="4226560"/>
      </dsp:txXfrm>
    </dsp:sp>
    <dsp:sp modelId="{AA41627E-AAF0-4CB1-AFB2-3167053FDEAB}">
      <dsp:nvSpPr>
        <dsp:cNvPr id="0" name=""/>
        <dsp:cNvSpPr/>
      </dsp:nvSpPr>
      <dsp:spPr>
        <a:xfrm>
          <a:off x="8798109" y="332400"/>
          <a:ext cx="798949" cy="798949"/>
        </a:xfrm>
        <a:prstGeom prst="rect">
          <a:avLst/>
        </a:prstGeom>
        <a:blipFill dpi="0" rotWithShape="1">
          <a:blip xmlns:r="http://schemas.openxmlformats.org/officeDocument/2006/relationships" r:embed="rId7"/>
          <a:srcRect/>
          <a:stretch>
            <a:fillRect l="-50031" t="-50031" r="-50031" b="-50031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EF3F3-4FA6-44EC-9162-A62C13EFA157}">
      <dsp:nvSpPr>
        <dsp:cNvPr id="0" name=""/>
        <dsp:cNvSpPr/>
      </dsp:nvSpPr>
      <dsp:spPr>
        <a:xfrm>
          <a:off x="0" y="1410257"/>
          <a:ext cx="11257280" cy="925281"/>
        </a:xfrm>
        <a:prstGeom prst="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Bahnschrift SemiBold" panose="020B0502040204020203" pitchFamily="34" charset="0"/>
            </a:rPr>
            <a:t>2 фаза</a:t>
          </a:r>
        </a:p>
      </dsp:txBody>
      <dsp:txXfrm>
        <a:off x="0" y="1410257"/>
        <a:ext cx="11257280" cy="499651"/>
      </dsp:txXfrm>
    </dsp:sp>
    <dsp:sp modelId="{1816D6E2-6621-4C9F-957E-74969DCA36C7}">
      <dsp:nvSpPr>
        <dsp:cNvPr id="0" name=""/>
        <dsp:cNvSpPr/>
      </dsp:nvSpPr>
      <dsp:spPr>
        <a:xfrm>
          <a:off x="5496" y="1891403"/>
          <a:ext cx="3748762" cy="4256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Bahnschrift SemiBold" panose="020B0502040204020203" pitchFamily="34" charset="0"/>
            </a:rPr>
            <a:t>Половина от начального здоровья</a:t>
          </a:r>
        </a:p>
      </dsp:txBody>
      <dsp:txXfrm>
        <a:off x="5496" y="1891403"/>
        <a:ext cx="3748762" cy="425629"/>
      </dsp:txXfrm>
    </dsp:sp>
    <dsp:sp modelId="{DE378189-045C-4F52-AF5B-9D269011BF05}">
      <dsp:nvSpPr>
        <dsp:cNvPr id="0" name=""/>
        <dsp:cNvSpPr/>
      </dsp:nvSpPr>
      <dsp:spPr>
        <a:xfrm>
          <a:off x="3754258" y="1891403"/>
          <a:ext cx="3748762" cy="4256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Bahnschrift SemiBold" panose="020B0502040204020203" pitchFamily="34" charset="0"/>
            </a:rPr>
            <a:t>Умеренное бронирование</a:t>
          </a:r>
        </a:p>
      </dsp:txBody>
      <dsp:txXfrm>
        <a:off x="3754258" y="1891403"/>
        <a:ext cx="3748762" cy="425629"/>
      </dsp:txXfrm>
    </dsp:sp>
    <dsp:sp modelId="{6138273A-51CB-4EA2-88BD-480076615025}">
      <dsp:nvSpPr>
        <dsp:cNvPr id="0" name=""/>
        <dsp:cNvSpPr/>
      </dsp:nvSpPr>
      <dsp:spPr>
        <a:xfrm>
          <a:off x="7503021" y="1891403"/>
          <a:ext cx="3748762" cy="4256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Bahnschrift SemiBold" panose="020B0502040204020203" pitchFamily="34" charset="0"/>
            </a:rPr>
            <a:t>Умеренная скорость</a:t>
          </a:r>
        </a:p>
      </dsp:txBody>
      <dsp:txXfrm>
        <a:off x="7503021" y="1891403"/>
        <a:ext cx="3748762" cy="425629"/>
      </dsp:txXfrm>
    </dsp:sp>
    <dsp:sp modelId="{86563D3D-37B9-4B08-8A8A-9F8AAFC71029}">
      <dsp:nvSpPr>
        <dsp:cNvPr id="0" name=""/>
        <dsp:cNvSpPr/>
      </dsp:nvSpPr>
      <dsp:spPr>
        <a:xfrm rot="10800000">
          <a:off x="0" y="1053"/>
          <a:ext cx="11257280" cy="1423082"/>
        </a:xfrm>
        <a:prstGeom prst="upArrowCallout">
          <a:avLst/>
        </a:prstGeom>
        <a:gradFill rotWithShape="0">
          <a:gsLst>
            <a:gs pos="0">
              <a:schemeClr val="accent1">
                <a:shade val="80000"/>
                <a:hueOff val="349283"/>
                <a:satOff val="-6256"/>
                <a:lumOff val="2658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349283"/>
                <a:satOff val="-6256"/>
                <a:lumOff val="2658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349283"/>
                <a:satOff val="-6256"/>
                <a:lumOff val="2658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Bahnschrift SemiBold" panose="020B0502040204020203" pitchFamily="34" charset="0"/>
            </a:rPr>
            <a:t>1 фаза</a:t>
          </a:r>
        </a:p>
      </dsp:txBody>
      <dsp:txXfrm rot="-10800000">
        <a:off x="0" y="1053"/>
        <a:ext cx="11257280" cy="499502"/>
      </dsp:txXfrm>
    </dsp:sp>
    <dsp:sp modelId="{66084515-B2B9-42CC-927E-B9C41C1E9D7D}">
      <dsp:nvSpPr>
        <dsp:cNvPr id="0" name=""/>
        <dsp:cNvSpPr/>
      </dsp:nvSpPr>
      <dsp:spPr>
        <a:xfrm>
          <a:off x="5496" y="500555"/>
          <a:ext cx="3748762" cy="42550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Bahnschrift SemiBold" panose="020B0502040204020203" pitchFamily="34" charset="0"/>
            </a:rPr>
            <a:t>Огромное количество здоровья</a:t>
          </a:r>
        </a:p>
      </dsp:txBody>
      <dsp:txXfrm>
        <a:off x="5496" y="500555"/>
        <a:ext cx="3748762" cy="425501"/>
      </dsp:txXfrm>
    </dsp:sp>
    <dsp:sp modelId="{4C67B235-CF0A-4C24-A3F6-B7F6C4AC8404}">
      <dsp:nvSpPr>
        <dsp:cNvPr id="0" name=""/>
        <dsp:cNvSpPr/>
      </dsp:nvSpPr>
      <dsp:spPr>
        <a:xfrm>
          <a:off x="3754258" y="500555"/>
          <a:ext cx="3748762" cy="42550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Bahnschrift SemiBold" panose="020B0502040204020203" pitchFamily="34" charset="0"/>
            </a:rPr>
            <a:t>Большое бронирование</a:t>
          </a:r>
        </a:p>
      </dsp:txBody>
      <dsp:txXfrm>
        <a:off x="3754258" y="500555"/>
        <a:ext cx="3748762" cy="425501"/>
      </dsp:txXfrm>
    </dsp:sp>
    <dsp:sp modelId="{F1B12E3E-2EE1-4820-9764-402C5DF2D301}">
      <dsp:nvSpPr>
        <dsp:cNvPr id="0" name=""/>
        <dsp:cNvSpPr/>
      </dsp:nvSpPr>
      <dsp:spPr>
        <a:xfrm>
          <a:off x="7503021" y="500555"/>
          <a:ext cx="3748762" cy="42550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Bahnschrift SemiBold" panose="020B0502040204020203" pitchFamily="34" charset="0"/>
            </a:rPr>
            <a:t>Медленный</a:t>
          </a:r>
        </a:p>
      </dsp:txBody>
      <dsp:txXfrm>
        <a:off x="7503021" y="500555"/>
        <a:ext cx="3748762" cy="4255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E9CCE-B54F-414B-A8C2-F6D1A835BB52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A9A46-40FB-4DE2-BAD9-CA1484A562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674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A9A46-40FB-4DE2-BAD9-CA1484A5620A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622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FA8DCA-393B-48EC-BFAB-0B10C9FA9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00C6699-CF19-49FC-BB09-5567794B5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3F2D26-B23D-43B1-828B-522263B18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89B0-A1BD-4A6F-849D-987271044114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6DBDA1-DA7E-4617-B874-FFB8A18EC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C4F1D7-0217-4819-A5CE-85A6C4513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8AA0-FA71-4A54-A820-AF7ABC7199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80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27CC35-F0F1-4F24-94A8-D21009CB4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05EFA9-9BCA-4014-9F55-9E9483C81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24B854-AC70-4EB8-AFED-3AEE8987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89B0-A1BD-4A6F-849D-987271044114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299262-C040-4196-98FF-F31F185CE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91F3AF-C616-4C0F-A292-C749940EB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8AA0-FA71-4A54-A820-AF7ABC7199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364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9B239F-0269-4AFD-A4CC-64E2C531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9515A3-017E-4357-AB54-0D479D59A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F57A98-C31E-4C2F-BA6C-449242CDE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89B0-A1BD-4A6F-849D-987271044114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134120-6731-4C13-98FE-B72E065EA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85BB22-2674-4293-BACD-9359230E0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8AA0-FA71-4A54-A820-AF7ABC7199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577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1EC677-AFCE-415A-8742-B2958244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3DEB0D-C807-4B52-BC7D-E81BBDA94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8559AF-CC49-4B17-975F-1F417AE30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9BBDBD-1CF8-4193-A60C-3A440FCCB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89B0-A1BD-4A6F-849D-987271044114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B7D1B4-0A09-48C2-A3CE-876E1EC0B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764EDF-2201-4237-B6E8-5204BEE03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8AA0-FA71-4A54-A820-AF7ABC7199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367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4206A3-E52B-4C11-B2BC-1E2F430A7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9EDCCB-CD6D-4B57-B8AB-BB5D8596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FDD5BD-1089-49BB-BA02-E88F5C0E0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73DD75B-461F-4778-B8B0-1A4899FD64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EE5C06D-CA21-4BF0-8C16-D8E818F31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B4538C1-319C-437A-9E61-4EB9A0DDE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89B0-A1BD-4A6F-849D-987271044114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D66C31A-A045-4C3E-B62A-AAA532346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E80D582-36E8-4AC1-8E44-322C1275E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8AA0-FA71-4A54-A820-AF7ABC7199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775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4809C-D3A8-418C-8426-0B155891E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FE8A31E-8D4C-43AB-9C0A-5ABE8B837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89B0-A1BD-4A6F-849D-987271044114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9E248EF-1B0D-4F39-8A4E-D4DDC8C9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191CC9E-D67D-4173-8149-4FB1BE58A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8AA0-FA71-4A54-A820-AF7ABC7199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781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E2EB76C-0DB0-4D57-A9A7-11B699A7E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89B0-A1BD-4A6F-849D-987271044114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E5DADCF-F243-4E45-9C55-D8E73B6C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FD9BB4-69F2-4931-8FC0-53488D9B5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8AA0-FA71-4A54-A820-AF7ABC7199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449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89E01-8EF6-437B-9B97-2F97CC1B7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DE377E-07D7-4A70-89EE-33DE46CBC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18E0E9-5607-451C-8C08-99D49890C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B712F6-6523-43D2-8077-A333A1E5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89B0-A1BD-4A6F-849D-987271044114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83E5F3-D923-4521-AE51-D03E761BF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BED09E-EC6D-4F91-A5A4-1F9F58569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8AA0-FA71-4A54-A820-AF7ABC7199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962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87DCBF-F976-446F-9214-A53CC31A8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CF1E6B8-5D9C-4F5B-B01F-112058AC9A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AE0773-2D0F-4C6B-9A2E-942B72064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69D2BC-7E28-4272-9BEE-6BCEE6D26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89B0-A1BD-4A6F-849D-987271044114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9B3C42-E903-4F1F-B94E-C879D482A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655F7C-3C63-4680-ACBA-72F480A2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8AA0-FA71-4A54-A820-AF7ABC7199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158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A0DCD-6125-4DFD-BD51-802055112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6B71D8-3DFD-4FB2-AEB6-014DF017D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B523AE-AE23-4315-99B1-F7BCFF71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89B0-A1BD-4A6F-849D-987271044114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2B7B84-8DC4-40E7-88F5-54E3F41C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1C52B1-D183-4073-A33B-042CEDE6D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8AA0-FA71-4A54-A820-AF7ABC7199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538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6A1B642-9196-451C-A9DC-159A533C5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67ED4C-C8D2-47A6-AF7C-3498A9F56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A92601-43CD-47F6-B76C-5E71323B2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89B0-A1BD-4A6F-849D-987271044114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55AAAF-E950-482B-9D3C-A95A54C8B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99D8D5-873C-4F19-8294-ED7A6D41A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98AA0-FA71-4A54-A820-AF7ABC7199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008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50CF0-D970-498B-A977-E3E733F9C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34E1BA-143B-4F23-85B7-ABE3DAFA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8DACF-723A-4E59-A77D-BC82109F6E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689B0-A1BD-4A6F-849D-987271044114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5DEA4B-B8F3-4240-B42B-2BD3ABE05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36FED4-F2CD-4DE5-A532-3E61EBF4D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98AA0-FA71-4A54-A820-AF7ABC7199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68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C25D8F-5217-45C2-BDCD-B244E3A39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164" y="3023855"/>
            <a:ext cx="7849672" cy="81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064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10BDD8-7D67-4175-9E46-49DDDC376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0"/>
            <a:ext cx="10515600" cy="984054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Над проектом работали: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773346-53C6-44E7-B93B-C29BAAC7C6DF}"/>
              </a:ext>
            </a:extLst>
          </p:cNvPr>
          <p:cNvSpPr txBox="1"/>
          <p:nvPr/>
        </p:nvSpPr>
        <p:spPr>
          <a:xfrm>
            <a:off x="4498156" y="1039211"/>
            <a:ext cx="3195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Bahnschrift SemiBold" panose="020B0502040204020203" pitchFamily="34" charset="0"/>
              </a:rPr>
              <a:t>Создатель: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69BEBF-69A1-4492-B3C4-2ABD7086C404}"/>
              </a:ext>
            </a:extLst>
          </p:cNvPr>
          <p:cNvSpPr txBox="1"/>
          <p:nvPr/>
        </p:nvSpPr>
        <p:spPr>
          <a:xfrm>
            <a:off x="4026359" y="1623986"/>
            <a:ext cx="4139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err="1">
                <a:latin typeface="Bahnschrift SemiBold" panose="020B0502040204020203" pitchFamily="34" charset="0"/>
              </a:rPr>
              <a:t>Ярбилов</a:t>
            </a:r>
            <a:r>
              <a:rPr lang="ru-RU" sz="2400" dirty="0">
                <a:latin typeface="Bahnschrift SemiBold" panose="020B0502040204020203" pitchFamily="34" charset="0"/>
              </a:rPr>
              <a:t> Ильяс</a:t>
            </a:r>
            <a:r>
              <a:rPr lang="en-US" sz="2400" dirty="0">
                <a:latin typeface="Bahnschrift SemiBold" panose="020B0502040204020203" pitchFamily="34" charset="0"/>
              </a:rPr>
              <a:t> </a:t>
            </a:r>
            <a:r>
              <a:rPr lang="ru-RU" sz="2400" dirty="0">
                <a:latin typeface="Bahnschrift SemiBold" panose="020B0502040204020203" pitchFamily="34" charset="0"/>
              </a:rPr>
              <a:t>Робертович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3E52B3-4117-4859-AC5C-80F2F1BDF57E}"/>
              </a:ext>
            </a:extLst>
          </p:cNvPr>
          <p:cNvSpPr txBox="1"/>
          <p:nvPr/>
        </p:nvSpPr>
        <p:spPr>
          <a:xfrm>
            <a:off x="3376834" y="2251926"/>
            <a:ext cx="54383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Bahnschrift SemiBold" panose="020B0502040204020203" pitchFamily="34" charset="0"/>
              </a:rPr>
              <a:t>В тестировании помогали: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20C3BC-0613-4B6A-8E5F-D66969C094B6}"/>
              </a:ext>
            </a:extLst>
          </p:cNvPr>
          <p:cNvSpPr txBox="1"/>
          <p:nvPr/>
        </p:nvSpPr>
        <p:spPr>
          <a:xfrm>
            <a:off x="5469063" y="2836701"/>
            <a:ext cx="1253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Bahnschrift SemiBold" panose="020B0502040204020203" pitchFamily="34" charset="0"/>
              </a:rPr>
              <a:t>Камиль</a:t>
            </a:r>
          </a:p>
        </p:txBody>
      </p:sp>
    </p:spTree>
    <p:extLst>
      <p:ext uri="{BB962C8B-B14F-4D97-AF65-F5344CB8AC3E}">
        <p14:creationId xmlns:p14="http://schemas.microsoft.com/office/powerpoint/2010/main" val="108829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FD7D4-DA4E-4410-B957-6967702E1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1071" y="2766218"/>
            <a:ext cx="4949858" cy="1325563"/>
          </a:xfrm>
        </p:spPr>
        <p:txBody>
          <a:bodyPr>
            <a:normAutofit/>
          </a:bodyPr>
          <a:lstStyle/>
          <a:p>
            <a:pPr algn="ctr"/>
            <a:r>
              <a:rPr lang="ru-RU" sz="8000" dirty="0">
                <a:latin typeface="Bahnschrift SemiBold" panose="020B0502040204020203" pitchFamily="34" charset="0"/>
              </a:rPr>
              <a:t>Введение</a:t>
            </a:r>
          </a:p>
        </p:txBody>
      </p:sp>
    </p:spTree>
    <p:extLst>
      <p:ext uri="{BB962C8B-B14F-4D97-AF65-F5344CB8AC3E}">
        <p14:creationId xmlns:p14="http://schemas.microsoft.com/office/powerpoint/2010/main" val="469118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434F21-5512-4402-B767-701BBA7BE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58322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Идея проекта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C7D986-983A-4093-ACE7-F7AAF111430C}"/>
              </a:ext>
            </a:extLst>
          </p:cNvPr>
          <p:cNvSpPr txBox="1"/>
          <p:nvPr/>
        </p:nvSpPr>
        <p:spPr>
          <a:xfrm>
            <a:off x="718309" y="1243147"/>
            <a:ext cx="107553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Игра в жанре </a:t>
            </a:r>
            <a:r>
              <a:rPr lang="en-US" sz="2400" dirty="0">
                <a:latin typeface="Bahnschrift SemiBold" panose="020B0502040204020203" pitchFamily="34" charset="0"/>
              </a:rPr>
              <a:t>Tower </a:t>
            </a:r>
            <a:r>
              <a:rPr lang="en-US" sz="2400" dirty="0" err="1">
                <a:latin typeface="Bahnschrift SemiBold" panose="020B0502040204020203" pitchFamily="34" charset="0"/>
              </a:rPr>
              <a:t>Defence</a:t>
            </a:r>
            <a:r>
              <a:rPr lang="en-US" sz="2400" dirty="0">
                <a:latin typeface="Bahnschrift SemiBold" panose="020B0502040204020203" pitchFamily="34" charset="0"/>
              </a:rPr>
              <a:t>.</a:t>
            </a:r>
            <a:endParaRPr lang="ru-RU" sz="2400" dirty="0">
              <a:latin typeface="Bahnschrift SemiBold" panose="020B0502040204020203" pitchFamily="34" charset="0"/>
            </a:endParaRPr>
          </a:p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Враги появляются на базе противника и идут по дороге до базы игрока. Игроку необходимо ставить и улучшать башни, которые будут уничтожать противников.</a:t>
            </a:r>
          </a:p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Игрок проигрывает, если здоровье его базы равно нулю, или побеждает, если он дошёл до последней волны и уничтожил всех врагов. При победе игрок открывает новую башню и доступ на следующий уровень.</a:t>
            </a:r>
          </a:p>
        </p:txBody>
      </p:sp>
    </p:spTree>
    <p:extLst>
      <p:ext uri="{BB962C8B-B14F-4D97-AF65-F5344CB8AC3E}">
        <p14:creationId xmlns:p14="http://schemas.microsoft.com/office/powerpoint/2010/main" val="2647662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1617783-7D86-4BA8-A789-9ADD51770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80" y="2348468"/>
            <a:ext cx="10429240" cy="2161064"/>
          </a:xfrm>
        </p:spPr>
        <p:txBody>
          <a:bodyPr>
            <a:noAutofit/>
          </a:bodyPr>
          <a:lstStyle/>
          <a:p>
            <a:pPr algn="ctr"/>
            <a:r>
              <a:rPr lang="ru-RU" sz="8000" dirty="0">
                <a:latin typeface="Bahnschrift SemiBold" panose="020B0502040204020203" pitchFamily="34" charset="0"/>
              </a:rPr>
              <a:t>Используемые технологии</a:t>
            </a:r>
          </a:p>
        </p:txBody>
      </p:sp>
    </p:spTree>
    <p:extLst>
      <p:ext uri="{BB962C8B-B14F-4D97-AF65-F5344CB8AC3E}">
        <p14:creationId xmlns:p14="http://schemas.microsoft.com/office/powerpoint/2010/main" val="1175141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A1C13F-1FCC-486A-885A-DFDB2BB8C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8461" y="0"/>
            <a:ext cx="4535078" cy="1030042"/>
          </a:xfrm>
        </p:spPr>
        <p:txBody>
          <a:bodyPr>
            <a:normAutofit/>
          </a:bodyPr>
          <a:lstStyle/>
          <a:p>
            <a:r>
              <a:rPr lang="ru-RU" sz="6000" dirty="0">
                <a:latin typeface="Bahnschrift SemiBold" panose="020B0502040204020203" pitchFamily="34" charset="0"/>
              </a:rPr>
              <a:t>Библиотеки</a:t>
            </a: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5850665C-0600-4230-856D-9CB13C7200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2269657"/>
              </p:ext>
            </p:extLst>
          </p:nvPr>
        </p:nvGraphicFramePr>
        <p:xfrm>
          <a:off x="345584" y="1030042"/>
          <a:ext cx="11500832" cy="4418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F5A10AB-29DB-4C91-9165-609839B567E1}"/>
              </a:ext>
            </a:extLst>
          </p:cNvPr>
          <p:cNvSpPr txBox="1"/>
          <p:nvPr/>
        </p:nvSpPr>
        <p:spPr>
          <a:xfrm>
            <a:off x="639217" y="5962650"/>
            <a:ext cx="10913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Light" panose="020B0502040204020203" pitchFamily="34" charset="0"/>
              </a:rPr>
              <a:t>Библиотек мало из-за того, что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Light" panose="020B0502040204020203" pitchFamily="34" charset="0"/>
              </a:rPr>
              <a:t>Arcade 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Light" panose="020B0502040204020203" pitchFamily="34" charset="0"/>
              </a:rPr>
              <a:t>позволяет работать со многими необходимыми элементами</a:t>
            </a:r>
          </a:p>
        </p:txBody>
      </p:sp>
    </p:spTree>
    <p:extLst>
      <p:ext uri="{BB962C8B-B14F-4D97-AF65-F5344CB8AC3E}">
        <p14:creationId xmlns:p14="http://schemas.microsoft.com/office/powerpoint/2010/main" val="2402622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2A2B80-54F1-4CF3-9CFF-C81C67E5D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85900"/>
          </a:xfrm>
        </p:spPr>
        <p:txBody>
          <a:bodyPr>
            <a:no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Технологии</a:t>
            </a:r>
            <a:br>
              <a:rPr lang="ru-RU" sz="6000" dirty="0">
                <a:latin typeface="Bahnschrift SemiBold" panose="020B0502040204020203" pitchFamily="34" charset="0"/>
              </a:rPr>
            </a:br>
            <a:r>
              <a:rPr lang="ru-RU" sz="3200" dirty="0">
                <a:latin typeface="Bahnschrift Light" panose="020B0502040204020203" pitchFamily="34" charset="0"/>
              </a:rPr>
              <a:t>(по критериям оценки проекта)</a:t>
            </a:r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00C391E5-FC27-483D-B6A7-8EAD522CD3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6019999"/>
              </p:ext>
            </p:extLst>
          </p:nvPr>
        </p:nvGraphicFramePr>
        <p:xfrm>
          <a:off x="1640698" y="1325563"/>
          <a:ext cx="8910603" cy="49535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4378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1617783-7D86-4BA8-A789-9ADD51770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80" y="2348468"/>
            <a:ext cx="10429240" cy="2161064"/>
          </a:xfrm>
        </p:spPr>
        <p:txBody>
          <a:bodyPr>
            <a:noAutofit/>
          </a:bodyPr>
          <a:lstStyle/>
          <a:p>
            <a:pPr algn="ctr"/>
            <a:r>
              <a:rPr lang="ru-RU" sz="8000" dirty="0">
                <a:latin typeface="Bahnschrift SemiBold" panose="020B0502040204020203" pitchFamily="34" charset="0"/>
              </a:rPr>
              <a:t>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2048794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13E05-F5F8-438A-BE77-0C9E9FA58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160096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Структура директорий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C44AAAEB-D61B-484B-B0F3-EB7707653F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5388295"/>
              </p:ext>
            </p:extLst>
          </p:nvPr>
        </p:nvGraphicFramePr>
        <p:xfrm>
          <a:off x="363455" y="1178352"/>
          <a:ext cx="11465089" cy="624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256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F155FA-26C5-41CE-8A98-0A6150071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1559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Структура сцен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2CE93215-5C40-4D8F-B3E6-642ABE665B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7094740"/>
              </p:ext>
            </p:extLst>
          </p:nvPr>
        </p:nvGraphicFramePr>
        <p:xfrm>
          <a:off x="1701014" y="1272618"/>
          <a:ext cx="878997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8133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6B858-80F7-4D86-9B1B-C453590C4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8000" dirty="0">
                <a:latin typeface="Bahnschrift SemiBold" panose="020B0502040204020203" pitchFamily="34" charset="0"/>
              </a:rPr>
              <a:t>Реализация</a:t>
            </a:r>
          </a:p>
        </p:txBody>
      </p:sp>
    </p:spTree>
    <p:extLst>
      <p:ext uri="{BB962C8B-B14F-4D97-AF65-F5344CB8AC3E}">
        <p14:creationId xmlns:p14="http://schemas.microsoft.com/office/powerpoint/2010/main" val="1199179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6B858-80F7-4D86-9B1B-C453590C4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8000" dirty="0">
                <a:latin typeface="Bahnschrift SemiBold" panose="020B0502040204020203" pitchFamily="34" charset="0"/>
              </a:rPr>
              <a:t>Графика</a:t>
            </a:r>
          </a:p>
        </p:txBody>
      </p:sp>
    </p:spTree>
    <p:extLst>
      <p:ext uri="{BB962C8B-B14F-4D97-AF65-F5344CB8AC3E}">
        <p14:creationId xmlns:p14="http://schemas.microsoft.com/office/powerpoint/2010/main" val="1767475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05F6FA4-83FB-43F6-907D-78784772B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1559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Графика в игре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F1A653-BBF0-4ACC-9BC0-D3C2D7D0DB92}"/>
              </a:ext>
            </a:extLst>
          </p:cNvPr>
          <p:cNvSpPr txBox="1"/>
          <p:nvPr/>
        </p:nvSpPr>
        <p:spPr>
          <a:xfrm>
            <a:off x="693095" y="971559"/>
            <a:ext cx="1080580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Для работы с графикой используются инструменты из </a:t>
            </a:r>
            <a:r>
              <a:rPr lang="en-US" sz="2400" dirty="0">
                <a:latin typeface="Bahnschrift SemiBold" panose="020B0502040204020203" pitchFamily="34" charset="0"/>
              </a:rPr>
              <a:t>Arcade.</a:t>
            </a:r>
            <a:endParaRPr lang="ru-RU" sz="2400" dirty="0">
              <a:latin typeface="Bahnschrift SemiBold" panose="020B0502040204020203" pitchFamily="34" charset="0"/>
            </a:endParaRPr>
          </a:p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В игре применяется пиксельная графика с изображениями 32</a:t>
            </a:r>
            <a:r>
              <a:rPr lang="en-US" sz="2400" dirty="0">
                <a:latin typeface="Bahnschrift SemiBold" panose="020B0502040204020203" pitchFamily="34" charset="0"/>
              </a:rPr>
              <a:t>x32px </a:t>
            </a:r>
            <a:r>
              <a:rPr lang="ru-RU" sz="2400" dirty="0">
                <a:latin typeface="Bahnschrift SemiBold" panose="020B0502040204020203" pitchFamily="34" charset="0"/>
              </a:rPr>
              <a:t>и расширением до 64</a:t>
            </a:r>
            <a:r>
              <a:rPr lang="en-US" sz="2400" dirty="0">
                <a:latin typeface="Bahnschrift SemiBold" panose="020B0502040204020203" pitchFamily="34" charset="0"/>
              </a:rPr>
              <a:t>x64px</a:t>
            </a:r>
            <a:r>
              <a:rPr lang="ru-RU" sz="2400" dirty="0">
                <a:latin typeface="Bahnschrift SemiBold" panose="020B0502040204020203" pitchFamily="34" charset="0"/>
              </a:rPr>
              <a:t>, которая выполнена в одном стиле.</a:t>
            </a:r>
          </a:p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Для изображений используется формат </a:t>
            </a:r>
            <a:r>
              <a:rPr lang="en-US" sz="2400" dirty="0" err="1">
                <a:latin typeface="Bahnschrift SemiBold" panose="020B0502040204020203" pitchFamily="34" charset="0"/>
              </a:rPr>
              <a:t>png</a:t>
            </a:r>
            <a:r>
              <a:rPr lang="en-US" sz="2400" dirty="0">
                <a:latin typeface="Bahnschrift SemiBold" panose="020B0502040204020203" pitchFamily="34" charset="0"/>
              </a:rPr>
              <a:t>. </a:t>
            </a:r>
            <a:r>
              <a:rPr lang="ru-RU" sz="2400" dirty="0">
                <a:latin typeface="Bahnschrift SemiBold" panose="020B0502040204020203" pitchFamily="34" charset="0"/>
              </a:rPr>
              <a:t>Все изображения рисовались вручную через </a:t>
            </a:r>
            <a:r>
              <a:rPr lang="ru-RU" sz="2400" dirty="0" err="1">
                <a:latin typeface="Bahnschrift SemiBold" panose="020B0502040204020203" pitchFamily="34" charset="0"/>
              </a:rPr>
              <a:t>онйлайн</a:t>
            </a:r>
            <a:r>
              <a:rPr lang="ru-RU" sz="2400" dirty="0">
                <a:latin typeface="Bahnschrift SemiBold" panose="020B0502040204020203" pitchFamily="34" charset="0"/>
              </a:rPr>
              <a:t>-редактор </a:t>
            </a:r>
            <a:r>
              <a:rPr lang="en-US" sz="2400" dirty="0">
                <a:latin typeface="Bahnschrift SemiBold" panose="020B0502040204020203" pitchFamily="34" charset="0"/>
              </a:rPr>
              <a:t>PISKEL.</a:t>
            </a:r>
          </a:p>
          <a:p>
            <a:pPr algn="just"/>
            <a:r>
              <a:rPr lang="en-US" sz="2400" dirty="0">
                <a:latin typeface="Bahnschrift SemiBold" panose="020B0502040204020203" pitchFamily="34" charset="0"/>
              </a:rPr>
              <a:t>	</a:t>
            </a:r>
            <a:r>
              <a:rPr lang="ru-RU" sz="2400" dirty="0">
                <a:latin typeface="Bahnschrift SemiBold" panose="020B0502040204020203" pitchFamily="34" charset="0"/>
              </a:rPr>
              <a:t>Для шрифтов применяется формат </a:t>
            </a:r>
            <a:r>
              <a:rPr lang="en-US" sz="2400" dirty="0" err="1">
                <a:latin typeface="Bahnschrift SemiBold" panose="020B0502040204020203" pitchFamily="34" charset="0"/>
              </a:rPr>
              <a:t>otf</a:t>
            </a:r>
            <a:r>
              <a:rPr lang="en-US" sz="2400" dirty="0">
                <a:latin typeface="Bahnschrift SemiBold" panose="020B0502040204020203" pitchFamily="34" charset="0"/>
              </a:rPr>
              <a:t>. </a:t>
            </a:r>
            <a:r>
              <a:rPr lang="ru-RU" sz="2400" dirty="0">
                <a:latin typeface="Bahnschrift SemiBold" panose="020B0502040204020203" pitchFamily="34" charset="0"/>
              </a:rPr>
              <a:t>Все шрифты взяты с интернета.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812E48A-094B-4CDB-A94B-099067EC7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987800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F89B366-E73E-4B21-ABA9-F53D159F7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1247" y="3715771"/>
            <a:ext cx="2677657" cy="267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56916214-B41F-4D86-86AC-AB70D5868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723" y="3830636"/>
            <a:ext cx="213360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883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6B858-80F7-4D86-9B1B-C453590C4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8000" dirty="0">
                <a:latin typeface="Bahnschrift SemiBold" panose="020B0502040204020203" pitchFamily="34" charset="0"/>
              </a:rPr>
              <a:t>Звуки</a:t>
            </a:r>
          </a:p>
        </p:txBody>
      </p:sp>
    </p:spTree>
    <p:extLst>
      <p:ext uri="{BB962C8B-B14F-4D97-AF65-F5344CB8AC3E}">
        <p14:creationId xmlns:p14="http://schemas.microsoft.com/office/powerpoint/2010/main" val="4121344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D5B25EE-CC18-4166-97ED-67145082E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10515600" cy="971559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Работа со звуками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71A811-A4DD-4076-B262-7E49B31AA14A}"/>
              </a:ext>
            </a:extLst>
          </p:cNvPr>
          <p:cNvSpPr txBox="1"/>
          <p:nvPr/>
        </p:nvSpPr>
        <p:spPr>
          <a:xfrm>
            <a:off x="823064" y="971559"/>
            <a:ext cx="108506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Игра работает со звуками через встроенные инструменты в </a:t>
            </a:r>
            <a:r>
              <a:rPr lang="en-US" sz="2400" dirty="0">
                <a:latin typeface="Bahnschrift SemiBold" panose="020B0502040204020203" pitchFamily="34" charset="0"/>
              </a:rPr>
              <a:t>Arcade</a:t>
            </a:r>
            <a:r>
              <a:rPr lang="ru-RU" sz="2400" dirty="0">
                <a:latin typeface="Bahnschrift SemiBold" panose="020B0502040204020203" pitchFamily="34" charset="0"/>
              </a:rPr>
              <a:t>.</a:t>
            </a:r>
          </a:p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Для саундтреков взяты файлы с форматом </a:t>
            </a:r>
            <a:r>
              <a:rPr lang="en-US" sz="2400" dirty="0">
                <a:latin typeface="Bahnschrift SemiBold" panose="020B0502040204020203" pitchFamily="34" charset="0"/>
              </a:rPr>
              <a:t>mp3, </a:t>
            </a:r>
            <a:r>
              <a:rPr lang="ru-RU" sz="2400" dirty="0">
                <a:latin typeface="Bahnschrift SemiBold" panose="020B0502040204020203" pitchFamily="34" charset="0"/>
              </a:rPr>
              <a:t>а для остальных звуков (призыв волны, выстрелы, смерть босса, взрывы и т.д.) – </a:t>
            </a:r>
            <a:r>
              <a:rPr lang="en-US" sz="2400" dirty="0">
                <a:latin typeface="Bahnschrift SemiBold" panose="020B0502040204020203" pitchFamily="34" charset="0"/>
              </a:rPr>
              <a:t>wav.</a:t>
            </a:r>
          </a:p>
          <a:p>
            <a:pPr algn="just"/>
            <a:r>
              <a:rPr lang="en-US" sz="2400" dirty="0">
                <a:latin typeface="Bahnschrift SemiBold" panose="020B0502040204020203" pitchFamily="34" charset="0"/>
              </a:rPr>
              <a:t>	</a:t>
            </a:r>
            <a:r>
              <a:rPr lang="ru-RU" sz="2400" dirty="0">
                <a:latin typeface="Bahnschrift SemiBold" panose="020B0502040204020203" pitchFamily="34" charset="0"/>
              </a:rPr>
              <a:t>Все звуки взяты с интернета и редактировались там же.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B71C060-2B81-4F38-AD28-7D5E80C1C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399" y="297180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57B5E8E-4523-4BBA-A0C2-EB7BB902A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064" y="3418840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33074BA-AAEE-4016-A558-E3C68BDDE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336" y="3418840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2175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6B858-80F7-4D86-9B1B-C453590C4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8000" dirty="0">
                <a:latin typeface="Bahnschrift SemiBold" panose="020B0502040204020203" pitchFamily="34" charset="0"/>
              </a:rPr>
              <a:t>Карта</a:t>
            </a:r>
          </a:p>
        </p:txBody>
      </p:sp>
    </p:spTree>
    <p:extLst>
      <p:ext uri="{BB962C8B-B14F-4D97-AF65-F5344CB8AC3E}">
        <p14:creationId xmlns:p14="http://schemas.microsoft.com/office/powerpoint/2010/main" val="2355665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0DB53BB-47B9-4EB7-B89F-83EC2BB45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1559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Работа с картами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4A400F-2AAA-4995-B751-3785B0BDFAA2}"/>
              </a:ext>
            </a:extLst>
          </p:cNvPr>
          <p:cNvSpPr txBox="1"/>
          <p:nvPr/>
        </p:nvSpPr>
        <p:spPr>
          <a:xfrm>
            <a:off x="693095" y="971559"/>
            <a:ext cx="108058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В игре присутствуют 6 карт. Первая карта предназначена для фона в </a:t>
            </a:r>
            <a:r>
              <a:rPr lang="en-US" sz="2400" dirty="0" err="1">
                <a:latin typeface="Bahnschrift SemiBold" panose="020B0502040204020203" pitchFamily="34" charset="0"/>
              </a:rPr>
              <a:t>MainMenu</a:t>
            </a:r>
            <a:r>
              <a:rPr lang="ru-RU" sz="2400" dirty="0">
                <a:latin typeface="Bahnschrift SemiBold" panose="020B0502040204020203" pitchFamily="34" charset="0"/>
              </a:rPr>
              <a:t>, а остальные пять – для уровней.</a:t>
            </a:r>
          </a:p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Все карты созданы вручную при помощи приложения </a:t>
            </a:r>
            <a:r>
              <a:rPr lang="en-US" sz="2400" i="1" dirty="0">
                <a:latin typeface="Bahnschrift SemiBold" panose="020B0502040204020203" pitchFamily="34" charset="0"/>
              </a:rPr>
              <a:t>Tiled</a:t>
            </a:r>
            <a:r>
              <a:rPr lang="en-US" sz="2400" dirty="0">
                <a:latin typeface="Bahnschrift SemiBold" panose="020B0502040204020203" pitchFamily="34" charset="0"/>
              </a:rPr>
              <a:t> </a:t>
            </a:r>
            <a:r>
              <a:rPr lang="ru-RU" sz="2400" dirty="0">
                <a:latin typeface="Bahnschrift SemiBold" panose="020B0502040204020203" pitchFamily="34" charset="0"/>
              </a:rPr>
              <a:t>и имеют расширение </a:t>
            </a:r>
            <a:r>
              <a:rPr lang="en-US" sz="2400" dirty="0" err="1">
                <a:latin typeface="Bahnschrift SemiBold" panose="020B0502040204020203" pitchFamily="34" charset="0"/>
              </a:rPr>
              <a:t>tmx</a:t>
            </a:r>
            <a:r>
              <a:rPr lang="en-US" sz="2400" dirty="0">
                <a:latin typeface="Bahnschrift SemiBold" panose="020B0502040204020203" pitchFamily="34" charset="0"/>
              </a:rPr>
              <a:t>.</a:t>
            </a:r>
            <a:endParaRPr lang="ru-RU" sz="2400" i="1" dirty="0">
              <a:latin typeface="Bahnschrift SemiBold" panose="020B0502040204020203" pitchFamily="34" charset="0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D2C671A-2113-47FD-A311-B5C97C975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86" y="3714741"/>
            <a:ext cx="3990975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6C4A937-B7AA-4F17-ACCF-1A93AEE0E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096" y="3714741"/>
            <a:ext cx="3433518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00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477669F-B443-4048-AEFC-E514AF07D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1559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Список карт</a:t>
            </a:r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7917C195-803A-4B68-8264-0250C8339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28252"/>
              </p:ext>
            </p:extLst>
          </p:nvPr>
        </p:nvGraphicFramePr>
        <p:xfrm>
          <a:off x="2032000" y="128527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424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6B858-80F7-4D86-9B1B-C453590C4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8000" dirty="0">
                <a:latin typeface="Bahnschrift SemiBold" panose="020B0502040204020203" pitchFamily="34" charset="0"/>
              </a:rPr>
              <a:t>Игровые объекты</a:t>
            </a:r>
          </a:p>
        </p:txBody>
      </p:sp>
    </p:spTree>
    <p:extLst>
      <p:ext uri="{BB962C8B-B14F-4D97-AF65-F5344CB8AC3E}">
        <p14:creationId xmlns:p14="http://schemas.microsoft.com/office/powerpoint/2010/main" val="1361112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DD85B97-48F1-4646-BD20-C6D52CB11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1559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Башни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F9535A-98A0-465A-BFC7-A27F233B1468}"/>
              </a:ext>
            </a:extLst>
          </p:cNvPr>
          <p:cNvSpPr txBox="1"/>
          <p:nvPr/>
        </p:nvSpPr>
        <p:spPr>
          <a:xfrm>
            <a:off x="802849" y="971559"/>
            <a:ext cx="1058630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Башни играют главную роль в игре. Их может создать, улучшить или удалить игрок, нажав по пустой платформе (создание) или по уже существующей башне (улучшение и удаление). На создание и улучшение башни игрок тратит деньги, а за продажу получает часть обратно.</a:t>
            </a:r>
          </a:p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Башня состоит из основания и турели. Основание является лишь декорацией, на 5 уровне улучшения (максимальном) изменяется на улучшенную версию. Турель осуществляет всю логику башни (поиск врагов, поворот к врагам, стрельба, оглушение). При стрельбе башня создаёт отдельный игровой объект пули.</a:t>
            </a:r>
          </a:p>
        </p:txBody>
      </p:sp>
    </p:spTree>
    <p:extLst>
      <p:ext uri="{BB962C8B-B14F-4D97-AF65-F5344CB8AC3E}">
        <p14:creationId xmlns:p14="http://schemas.microsoft.com/office/powerpoint/2010/main" val="1589200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DD85B97-48F1-4646-BD20-C6D52CB11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1559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Список башен</a:t>
            </a:r>
          </a:p>
        </p:txBody>
      </p:sp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A8FACFD2-8445-4591-A5D5-F3D030ACF4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2857280"/>
              </p:ext>
            </p:extLst>
          </p:nvPr>
        </p:nvGraphicFramePr>
        <p:xfrm>
          <a:off x="468630" y="971559"/>
          <a:ext cx="1125474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2926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E891D95-3BCB-4413-AF18-E13D2241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1559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Пули и их виды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C7FCBC-0923-49B9-9659-3B433A21D72C}"/>
              </a:ext>
            </a:extLst>
          </p:cNvPr>
          <p:cNvSpPr txBox="1"/>
          <p:nvPr/>
        </p:nvSpPr>
        <p:spPr>
          <a:xfrm>
            <a:off x="932180" y="971559"/>
            <a:ext cx="10327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Пули, которые создаются башнями при стрельбе, летят к врагам, распределяя скорость по осям координат в зависимости от положения противника. При попадании наносят урон.</a:t>
            </a:r>
          </a:p>
        </p:txBody>
      </p:sp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87E7CBE0-8219-469F-8E51-E9791608E2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683629"/>
              </p:ext>
            </p:extLst>
          </p:nvPr>
        </p:nvGraphicFramePr>
        <p:xfrm>
          <a:off x="986790" y="2773680"/>
          <a:ext cx="10218420" cy="323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4132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9DCC9D9-E23A-44B2-877B-4C72E0124B03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971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6000" dirty="0">
              <a:latin typeface="Bahnschrift SemiBol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19942-4671-4BA0-92D7-F8D31C7FD1A6}"/>
              </a:ext>
            </a:extLst>
          </p:cNvPr>
          <p:cNvSpPr txBox="1"/>
          <p:nvPr/>
        </p:nvSpPr>
        <p:spPr>
          <a:xfrm>
            <a:off x="802849" y="971559"/>
            <a:ext cx="105863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Волны (или же </a:t>
            </a:r>
            <a:r>
              <a:rPr lang="en-US" sz="2400" dirty="0">
                <a:latin typeface="Bahnschrift SemiBold" panose="020B0502040204020203" pitchFamily="34" charset="0"/>
              </a:rPr>
              <a:t>Waves</a:t>
            </a:r>
            <a:r>
              <a:rPr lang="ru-RU" sz="2400" dirty="0">
                <a:latin typeface="Bahnschrift SemiBold" panose="020B0502040204020203" pitchFamily="34" charset="0"/>
              </a:rPr>
              <a:t>)</a:t>
            </a:r>
            <a:r>
              <a:rPr lang="en-US" sz="2400" dirty="0">
                <a:latin typeface="Bahnschrift SemiBold" panose="020B0502040204020203" pitchFamily="34" charset="0"/>
              </a:rPr>
              <a:t> </a:t>
            </a:r>
            <a:r>
              <a:rPr lang="ru-RU" sz="2400" dirty="0">
                <a:latin typeface="Bahnschrift SemiBold" panose="020B0502040204020203" pitchFamily="34" charset="0"/>
              </a:rPr>
              <a:t>создают противников. Каждая волна длится определённое количество времени, но через 5 секунд после её начала волну можно пропустить. С каждой новой волной коэффициент сложности увеличивается.</a:t>
            </a:r>
          </a:p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Информацию о волне можно увидеть слева снизу экрана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A0EDC17-4756-42C5-A801-43043C337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10515600" cy="971559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Волны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190AA5B-EE23-4694-A505-86FF4188C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161" y="3882110"/>
            <a:ext cx="6543675" cy="9429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EF66BC-71C5-4E28-B798-7EC9B3D87ECA}"/>
              </a:ext>
            </a:extLst>
          </p:cNvPr>
          <p:cNvSpPr txBox="1"/>
          <p:nvPr/>
        </p:nvSpPr>
        <p:spPr>
          <a:xfrm>
            <a:off x="2196445" y="5420412"/>
            <a:ext cx="19591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Bahnschrift SemiBold" panose="020B0502040204020203" pitchFamily="34" charset="0"/>
              </a:rPr>
              <a:t>Текущая волна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39903F95-B52E-46A5-B75C-CD8319C9912A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3176041" y="4907280"/>
            <a:ext cx="461239" cy="51313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8982D1E-CAED-45B0-BB27-78BFF8062745}"/>
              </a:ext>
            </a:extLst>
          </p:cNvPr>
          <p:cNvSpPr txBox="1"/>
          <p:nvPr/>
        </p:nvSpPr>
        <p:spPr>
          <a:xfrm>
            <a:off x="3636029" y="6133599"/>
            <a:ext cx="49199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Bahnschrift SemiBold" panose="020B0502040204020203" pitchFamily="34" charset="0"/>
              </a:rPr>
              <a:t>Время до появления следующей волны</a:t>
            </a: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8A4639E5-86A6-43FD-BD8E-2FCFADA721E8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6095997" y="4907280"/>
            <a:ext cx="1" cy="122631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8ED5917-D872-41F0-A06B-350480A489F9}"/>
              </a:ext>
            </a:extLst>
          </p:cNvPr>
          <p:cNvSpPr txBox="1"/>
          <p:nvPr/>
        </p:nvSpPr>
        <p:spPr>
          <a:xfrm>
            <a:off x="7592350" y="5420412"/>
            <a:ext cx="3550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Bahnschrift SemiBold" panose="020B0502040204020203" pitchFamily="34" charset="0"/>
              </a:rPr>
              <a:t>Можно ли пропустить волну</a:t>
            </a:r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5EAA01F3-211D-4204-80FD-DF002B93A9B8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8757920" y="4907280"/>
            <a:ext cx="609916" cy="513132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00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82B6717-75A0-4224-98C1-80188A76D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10515600" cy="971559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Враги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6069B-FFF5-46DF-BEC7-52A9A74E2629}"/>
              </a:ext>
            </a:extLst>
          </p:cNvPr>
          <p:cNvSpPr txBox="1"/>
          <p:nvPr/>
        </p:nvSpPr>
        <p:spPr>
          <a:xfrm>
            <a:off x="802849" y="971559"/>
            <a:ext cx="105863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Враги являются главной угрозой для игрока. Они имеют 5 разных видов, один  из которых – босс.</a:t>
            </a:r>
          </a:p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В начале раунда алгоритм ищет оптимальный путь, по которому могут дойти противники. Они появляются на вражеской базе и идут по найденному пути до базы игрока. При достижении цели враги наносят урон здоровью игрока.</a:t>
            </a:r>
          </a:p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При попадании пули по противнику он получает урон. Часть урона поглощается за счёт брони. Если здоровье врага меньше или равно нулю, то проигрывается анимация смерти и он удаляется.  </a:t>
            </a:r>
          </a:p>
        </p:txBody>
      </p:sp>
    </p:spTree>
    <p:extLst>
      <p:ext uri="{BB962C8B-B14F-4D97-AF65-F5344CB8AC3E}">
        <p14:creationId xmlns:p14="http://schemas.microsoft.com/office/powerpoint/2010/main" val="424361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7535A4B-F8E1-4E5F-8C7F-0D76D3B94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10515600" cy="971559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Список обычных врагов</a:t>
            </a:r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4CB8AE0E-EEE2-4C01-8923-78BC8CEBF1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9060567"/>
              </p:ext>
            </p:extLst>
          </p:nvPr>
        </p:nvGraphicFramePr>
        <p:xfrm>
          <a:off x="468630" y="971559"/>
          <a:ext cx="1125474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8076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4B1B9B5-14ED-4D9E-B6E9-8BA1A8D7A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10515600" cy="971559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Босс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7CC188A-BB63-40E1-AE18-B94268127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5920" y="485779"/>
            <a:ext cx="3048000" cy="304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7D8C74-04EB-4402-9A71-E0DE1B471B81}"/>
              </a:ext>
            </a:extLst>
          </p:cNvPr>
          <p:cNvSpPr txBox="1"/>
          <p:nvPr/>
        </p:nvSpPr>
        <p:spPr>
          <a:xfrm>
            <a:off x="2113280" y="1178782"/>
            <a:ext cx="98856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Босс (или же </a:t>
            </a:r>
            <a:r>
              <a:rPr lang="en-US" sz="2400" dirty="0" err="1">
                <a:latin typeface="Bahnschrift SemiBold" panose="020B0502040204020203" pitchFamily="34" charset="0"/>
              </a:rPr>
              <a:t>BossEnemy</a:t>
            </a:r>
            <a:r>
              <a:rPr lang="ru-RU" sz="2400" dirty="0">
                <a:latin typeface="Bahnschrift SemiBold" panose="020B0502040204020203" pitchFamily="34" charset="0"/>
              </a:rPr>
              <a:t>)</a:t>
            </a:r>
            <a:r>
              <a:rPr lang="en-US" sz="2400" dirty="0">
                <a:latin typeface="Bahnschrift SemiBold" panose="020B0502040204020203" pitchFamily="34" charset="0"/>
              </a:rPr>
              <a:t> – </a:t>
            </a:r>
            <a:r>
              <a:rPr lang="ru-RU" sz="2400" dirty="0">
                <a:latin typeface="Bahnschrift SemiBold" panose="020B0502040204020203" pitchFamily="34" charset="0"/>
              </a:rPr>
              <a:t>финальный босс игры.</a:t>
            </a:r>
          </a:p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Обладает двумя атаками: призыв врагов и запуск ракет. Ракеты летят сверху и снизу к башням игрока. При попадании по цели оглушают её. Во время атаки проигрывается анимация.</a:t>
            </a:r>
          </a:p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Имеет 2 фазы. Переход на вторую фазу происходит после потери половины здоровья. На 2 фазе перезарядка атак уменьшается, а их сила – увеличивается.</a:t>
            </a:r>
          </a:p>
        </p:txBody>
      </p:sp>
      <p:graphicFrame>
        <p:nvGraphicFramePr>
          <p:cNvPr id="14" name="Схема 13">
            <a:extLst>
              <a:ext uri="{FF2B5EF4-FFF2-40B4-BE49-F238E27FC236}">
                <a16:creationId xmlns:a16="http://schemas.microsoft.com/office/drawing/2014/main" id="{2C955FBF-ADF3-4191-A1F8-0D1AB89058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7291998"/>
              </p:ext>
            </p:extLst>
          </p:nvPr>
        </p:nvGraphicFramePr>
        <p:xfrm>
          <a:off x="467360" y="4226560"/>
          <a:ext cx="11257280" cy="2336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776306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6B858-80F7-4D86-9B1B-C453590C4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8000" dirty="0">
                <a:latin typeface="Bahnschrift SemiBold" panose="020B0502040204020203" pitchFamily="34" charset="0"/>
              </a:rPr>
              <a:t>Данные</a:t>
            </a:r>
          </a:p>
        </p:txBody>
      </p:sp>
    </p:spTree>
    <p:extLst>
      <p:ext uri="{BB962C8B-B14F-4D97-AF65-F5344CB8AC3E}">
        <p14:creationId xmlns:p14="http://schemas.microsoft.com/office/powerpoint/2010/main" val="33229057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8D22751-49CC-4AB9-BF3E-11CC3264B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10515600" cy="971559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Работа с данными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39253-BA25-462B-AF3C-FA0479377050}"/>
              </a:ext>
            </a:extLst>
          </p:cNvPr>
          <p:cNvSpPr txBox="1"/>
          <p:nvPr/>
        </p:nvSpPr>
        <p:spPr>
          <a:xfrm>
            <a:off x="802849" y="971559"/>
            <a:ext cx="1058630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Для работы с данными используется библиотека </a:t>
            </a:r>
            <a:r>
              <a:rPr lang="en-US" sz="2400" dirty="0">
                <a:latin typeface="Bahnschrift SemiBold" panose="020B0502040204020203" pitchFamily="34" charset="0"/>
              </a:rPr>
              <a:t>csv </a:t>
            </a:r>
            <a:r>
              <a:rPr lang="ru-RU" sz="2400" dirty="0">
                <a:latin typeface="Bahnschrift SemiBold" panose="020B0502040204020203" pitchFamily="34" charset="0"/>
              </a:rPr>
              <a:t>и файлы формата </a:t>
            </a:r>
            <a:r>
              <a:rPr lang="en-US" sz="2400" dirty="0">
                <a:latin typeface="Bahnschrift SemiBold" panose="020B0502040204020203" pitchFamily="34" charset="0"/>
              </a:rPr>
              <a:t>csv.</a:t>
            </a:r>
            <a:endParaRPr lang="ru-RU" sz="2400" dirty="0">
              <a:latin typeface="Bahnschrift SemiBold" panose="020B0502040204020203" pitchFamily="34" charset="0"/>
            </a:endParaRPr>
          </a:p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Приложение хранит данные о последних настройках игрока и доступных уровнях и башнях.</a:t>
            </a:r>
          </a:p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В настройках можно поменять управление и громкость звука через </a:t>
            </a:r>
            <a:r>
              <a:rPr lang="en-US" sz="2400" dirty="0" err="1">
                <a:latin typeface="Bahnschrift SemiBold" panose="020B0502040204020203" pitchFamily="34" charset="0"/>
              </a:rPr>
              <a:t>SettingsMenu</a:t>
            </a:r>
            <a:r>
              <a:rPr lang="en-US" sz="2400" dirty="0">
                <a:latin typeface="Bahnschrift SemiBold" panose="020B0502040204020203" pitchFamily="34" charset="0"/>
              </a:rPr>
              <a:t>. </a:t>
            </a:r>
            <a:r>
              <a:rPr lang="ru-RU" sz="2400" dirty="0">
                <a:latin typeface="Bahnschrift SemiBold" panose="020B0502040204020203" pitchFamily="34" charset="0"/>
              </a:rPr>
              <a:t>Данные об открытых уровнях и башнях изменяются в процессе игры: для открытия нового контента необходимо проходить уровни</a:t>
            </a:r>
            <a:r>
              <a:rPr lang="en-US" sz="2400" dirty="0">
                <a:latin typeface="Bahnschrift SemiBold" panose="020B0502040204020203" pitchFamily="34" charset="0"/>
              </a:rPr>
              <a:t>.</a:t>
            </a:r>
            <a:endParaRPr lang="ru-RU" sz="2400" dirty="0">
              <a:latin typeface="Bahnschrift SemiBold" panose="020B0502040204020203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7CA21FB-95BD-46AF-AD0E-5810F47F8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719" y="4241800"/>
            <a:ext cx="1881560" cy="1915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EA46BE1-5B81-4549-B5CD-31B3A44A9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721" y="4241800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9053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6B858-80F7-4D86-9B1B-C453590C4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8000" dirty="0">
                <a:latin typeface="Bahnschrift SemiBold" panose="020B0502040204020203" pitchFamily="34" charset="0"/>
              </a:rPr>
              <a:t>Камеры</a:t>
            </a:r>
          </a:p>
        </p:txBody>
      </p:sp>
    </p:spTree>
    <p:extLst>
      <p:ext uri="{BB962C8B-B14F-4D97-AF65-F5344CB8AC3E}">
        <p14:creationId xmlns:p14="http://schemas.microsoft.com/office/powerpoint/2010/main" val="3335834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8D22751-49CC-4AB9-BF3E-11CC3264B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10515600" cy="971559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Работа с камерами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39253-BA25-462B-AF3C-FA0479377050}"/>
              </a:ext>
            </a:extLst>
          </p:cNvPr>
          <p:cNvSpPr txBox="1"/>
          <p:nvPr/>
        </p:nvSpPr>
        <p:spPr>
          <a:xfrm>
            <a:off x="802849" y="971559"/>
            <a:ext cx="105863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Для камер используется </a:t>
            </a:r>
            <a:r>
              <a:rPr lang="en-US" sz="2400" dirty="0">
                <a:latin typeface="Bahnschrift SemiBold" panose="020B0502040204020203" pitchFamily="34" charset="0"/>
              </a:rPr>
              <a:t>Camera2D </a:t>
            </a:r>
            <a:r>
              <a:rPr lang="ru-RU" sz="2400" dirty="0">
                <a:latin typeface="Bahnschrift SemiBold" panose="020B0502040204020203" pitchFamily="34" charset="0"/>
              </a:rPr>
              <a:t>из </a:t>
            </a:r>
            <a:r>
              <a:rPr lang="en-US" sz="2400" dirty="0">
                <a:latin typeface="Bahnschrift SemiBold" panose="020B0502040204020203" pitchFamily="34" charset="0"/>
              </a:rPr>
              <a:t>Arcade.</a:t>
            </a:r>
            <a:endParaRPr lang="ru-RU" sz="2400" dirty="0">
              <a:latin typeface="Bahnschrift SemiBold" panose="020B0502040204020203" pitchFamily="34" charset="0"/>
            </a:endParaRPr>
          </a:p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Для движения фона в главном меню изменяется положение камеры. При достижении границ она меняет направление на противоположное.</a:t>
            </a:r>
          </a:p>
          <a:p>
            <a:pPr algn="just"/>
            <a:r>
              <a:rPr lang="ru-RU" sz="2400" dirty="0">
                <a:latin typeface="Bahnschrift SemiBold" panose="020B0502040204020203" pitchFamily="34" charset="0"/>
              </a:rPr>
              <a:t>	На уровне игрок может управлять камерой на кнопки </a:t>
            </a:r>
            <a:r>
              <a:rPr lang="en-US" sz="2400" dirty="0">
                <a:latin typeface="Bahnschrift SemiBold" panose="020B0502040204020203" pitchFamily="34" charset="0"/>
              </a:rPr>
              <a:t>WASD </a:t>
            </a:r>
            <a:r>
              <a:rPr lang="ru-RU" sz="2400" dirty="0">
                <a:latin typeface="Bahnschrift SemiBold" panose="020B0502040204020203" pitchFamily="34" charset="0"/>
              </a:rPr>
              <a:t>по умолчанию. Также её можно приближать и отдалять колёсиком мыши. От взрывов ракет босса она трясётся.</a:t>
            </a:r>
          </a:p>
        </p:txBody>
      </p:sp>
      <p:pic>
        <p:nvPicPr>
          <p:cNvPr id="1026" name="Picture 2" descr="A Person With A Camera - YouTube">
            <a:extLst>
              <a:ext uri="{FF2B5EF4-FFF2-40B4-BE49-F238E27FC236}">
                <a16:creationId xmlns:a16="http://schemas.microsoft.com/office/drawing/2014/main" id="{93974C0E-5C50-4DF2-B0A4-7EA8FC764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172" y="3649215"/>
            <a:ext cx="2677656" cy="267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4582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1617783-7D86-4BA8-A789-9ADD51770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80" y="2348468"/>
            <a:ext cx="10429240" cy="2161064"/>
          </a:xfrm>
        </p:spPr>
        <p:txBody>
          <a:bodyPr>
            <a:noAutofit/>
          </a:bodyPr>
          <a:lstStyle/>
          <a:p>
            <a:pPr algn="ctr"/>
            <a:r>
              <a:rPr lang="ru-RU" sz="8000" dirty="0">
                <a:latin typeface="Bahnschrift SemiBold" panose="020B0502040204020203" pitchFamily="34" charset="0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15553327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B85F8BB-BD63-400F-9F04-CA5A8EB76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10515600" cy="971559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Выводы по работе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15D7A-8166-4607-BE61-D09892D65CE2}"/>
              </a:ext>
            </a:extLst>
          </p:cNvPr>
          <p:cNvSpPr txBox="1"/>
          <p:nvPr/>
        </p:nvSpPr>
        <p:spPr>
          <a:xfrm>
            <a:off x="802849" y="971559"/>
            <a:ext cx="1058630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>
                <a:latin typeface="Bahnschrift SemiBold" panose="020B0502040204020203" pitchFamily="34" charset="0"/>
              </a:rPr>
              <a:t>Я узнал больше о </a:t>
            </a:r>
            <a:r>
              <a:rPr lang="en-US" sz="2400" dirty="0" err="1">
                <a:latin typeface="Bahnschrift SemiBold" panose="020B0502040204020203" pitchFamily="34" charset="0"/>
              </a:rPr>
              <a:t>Gamedev</a:t>
            </a:r>
            <a:endParaRPr lang="en-US" sz="2400" dirty="0">
              <a:latin typeface="Bahnschrift SemiBold" panose="020B0502040204020203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>
                <a:latin typeface="Bahnschrift SemiBold" panose="020B0502040204020203" pitchFamily="34" charset="0"/>
              </a:rPr>
              <a:t>Мне удалось побывать в роли программиста, тестировщика, художника, саунд-дизайнера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>
                <a:latin typeface="Bahnschrift SemiBold" panose="020B0502040204020203" pitchFamily="34" charset="0"/>
              </a:rPr>
              <a:t>Я смог получше понять модуль </a:t>
            </a:r>
            <a:r>
              <a:rPr lang="en-US" sz="2400" dirty="0">
                <a:latin typeface="Bahnschrift SemiBold" panose="020B0502040204020203" pitchFamily="34" charset="0"/>
              </a:rPr>
              <a:t>Arcade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>
                <a:latin typeface="Bahnschrift SemiBold" panose="020B0502040204020203" pitchFamily="34" charset="0"/>
              </a:rPr>
              <a:t>Научился оформлять нормальные коммиты в </a:t>
            </a:r>
            <a:r>
              <a:rPr lang="en-US" sz="2400" dirty="0">
                <a:latin typeface="Bahnschrift SemiBold" panose="020B0502040204020203" pitchFamily="34" charset="0"/>
              </a:rPr>
              <a:t>git </a:t>
            </a:r>
            <a:r>
              <a:rPr lang="ru-RU" sz="2400" dirty="0">
                <a:latin typeface="Bahnschrift SemiBold" panose="020B0502040204020203" pitchFamily="34" charset="0"/>
              </a:rPr>
              <a:t>и работать с удалёнными репозиториями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>
                <a:latin typeface="Bahnschrift SemiBold" panose="020B0502040204020203" pitchFamily="34" charset="0"/>
              </a:rPr>
              <a:t>Смог получше разобраться с работой библиотеки </a:t>
            </a:r>
            <a:r>
              <a:rPr lang="en-US" sz="2400" dirty="0" err="1">
                <a:latin typeface="Bahnschrift SemiBold" panose="020B0502040204020203" pitchFamily="34" charset="0"/>
              </a:rPr>
              <a:t>pyinstaller</a:t>
            </a:r>
            <a:r>
              <a:rPr lang="en-US" sz="2400" dirty="0">
                <a:latin typeface="Bahnschrift SemiBold" panose="020B0502040204020203" pitchFamily="34" charset="0"/>
              </a:rPr>
              <a:t> </a:t>
            </a:r>
            <a:r>
              <a:rPr lang="ru-RU" sz="2400" dirty="0">
                <a:latin typeface="Bahnschrift SemiBold" panose="020B0502040204020203" pitchFamily="34" charset="0"/>
              </a:rPr>
              <a:t>и узнал о </a:t>
            </a:r>
            <a:r>
              <a:rPr lang="en-US" sz="2400" dirty="0">
                <a:latin typeface="Bahnschrift SemiBold" panose="020B0502040204020203" pitchFamily="34" charset="0"/>
              </a:rPr>
              <a:t>bat-</a:t>
            </a:r>
            <a:r>
              <a:rPr lang="ru-RU" sz="2400" dirty="0">
                <a:latin typeface="Bahnschrift SemiBold" panose="020B0502040204020203" pitchFamily="34" charset="0"/>
              </a:rPr>
              <a:t>никах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>
                <a:latin typeface="Bahnschrift SemiBold" panose="020B0502040204020203" pitchFamily="34" charset="0"/>
              </a:rPr>
              <a:t>Научился продумывать более крупные идеи и реализовывать их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>
                <a:latin typeface="Bahnschrift SemiBold" panose="020B0502040204020203" pitchFamily="34" charset="0"/>
              </a:rPr>
              <a:t>В очередной раз осознал, что ненавижу графику</a:t>
            </a:r>
            <a:endParaRPr lang="en-US" sz="24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2621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20DDE90-57B1-4794-9797-6A540A185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10515600" cy="971559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Bahnschrift SemiBold" panose="020B0502040204020203" pitchFamily="34" charset="0"/>
              </a:rPr>
              <a:t>Возможности для развития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4D8D7D-AA71-49BD-A12C-F9DDAD111D65}"/>
              </a:ext>
            </a:extLst>
          </p:cNvPr>
          <p:cNvSpPr txBox="1"/>
          <p:nvPr/>
        </p:nvSpPr>
        <p:spPr>
          <a:xfrm>
            <a:off x="802849" y="971559"/>
            <a:ext cx="1058630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>
                <a:latin typeface="Bahnschrift SemiBold" panose="020B0502040204020203" pitchFamily="34" charset="0"/>
              </a:rPr>
              <a:t>Добавление новых башен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>
                <a:latin typeface="Bahnschrift SemiBold" panose="020B0502040204020203" pitchFamily="34" charset="0"/>
              </a:rPr>
              <a:t>Реализация новых противников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>
                <a:latin typeface="Bahnschrift SemiBold" panose="020B0502040204020203" pitchFamily="34" charset="0"/>
              </a:rPr>
              <a:t>Проектировка новых уровней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>
                <a:latin typeface="Bahnschrift SemiBold" panose="020B0502040204020203" pitchFamily="34" charset="0"/>
              </a:rPr>
              <a:t>Создание новых положительных и отрицательных эффектов для игровых объектов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>
                <a:latin typeface="Bahnschrift SemiBold" panose="020B0502040204020203" pitchFamily="34" charset="0"/>
              </a:rPr>
              <a:t>Переработка системы прокачки с внутренней валютой для разблокировки башен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>
                <a:latin typeface="Bahnschrift SemiBold" panose="020B0502040204020203" pitchFamily="34" charset="0"/>
              </a:rPr>
              <a:t>Доработка стиля игры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>
                <a:latin typeface="Bahnschrift SemiBold" panose="020B0502040204020203" pitchFamily="34" charset="0"/>
              </a:rPr>
              <a:t>Доработка звуков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2400" dirty="0">
                <a:latin typeface="Bahnschrift SemiBold" panose="020B0502040204020203" pitchFamily="34" charset="0"/>
              </a:rPr>
              <a:t>Ещё более сильная оптимизация</a:t>
            </a:r>
            <a:endParaRPr lang="en-US" sz="24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5651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1617783-7D86-4BA8-A789-9ADD51770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80" y="2348468"/>
            <a:ext cx="10429240" cy="2161064"/>
          </a:xfrm>
        </p:spPr>
        <p:txBody>
          <a:bodyPr>
            <a:no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Bahnschrift SemiBold" panose="020B0502040204020203" pitchFamily="34" charset="0"/>
              </a:rPr>
              <a:t>GAME OVER</a:t>
            </a:r>
            <a:endParaRPr lang="ru-RU" sz="80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9286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1096</Words>
  <Application>Microsoft Office PowerPoint</Application>
  <PresentationFormat>Широкоэкранный</PresentationFormat>
  <Paragraphs>206</Paragraphs>
  <Slides>34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1" baseType="lpstr">
      <vt:lpstr>Arial</vt:lpstr>
      <vt:lpstr>Bahnschrift Light</vt:lpstr>
      <vt:lpstr>Bahnschrift SemiBold</vt:lpstr>
      <vt:lpstr>Calibri</vt:lpstr>
      <vt:lpstr>Calibri Light</vt:lpstr>
      <vt:lpstr>Wingdings</vt:lpstr>
      <vt:lpstr>Тема Office</vt:lpstr>
      <vt:lpstr>Презентация PowerPoint</vt:lpstr>
      <vt:lpstr>Над проектом работали:</vt:lpstr>
      <vt:lpstr>Введение</vt:lpstr>
      <vt:lpstr>Идея проекта</vt:lpstr>
      <vt:lpstr>Используемые технологии</vt:lpstr>
      <vt:lpstr>Библиотеки</vt:lpstr>
      <vt:lpstr>Технологии (по критериям оценки проекта)</vt:lpstr>
      <vt:lpstr>Структура</vt:lpstr>
      <vt:lpstr>Структура директорий</vt:lpstr>
      <vt:lpstr>Структура сцен</vt:lpstr>
      <vt:lpstr>Реализация</vt:lpstr>
      <vt:lpstr>Графика</vt:lpstr>
      <vt:lpstr>Графика в игре</vt:lpstr>
      <vt:lpstr>Звуки</vt:lpstr>
      <vt:lpstr>Работа со звуками</vt:lpstr>
      <vt:lpstr>Карта</vt:lpstr>
      <vt:lpstr>Работа с картами</vt:lpstr>
      <vt:lpstr>Список карт</vt:lpstr>
      <vt:lpstr>Игровые объекты</vt:lpstr>
      <vt:lpstr>Башни</vt:lpstr>
      <vt:lpstr>Список башен</vt:lpstr>
      <vt:lpstr>Пули и их виды</vt:lpstr>
      <vt:lpstr>Волны</vt:lpstr>
      <vt:lpstr>Враги</vt:lpstr>
      <vt:lpstr>Список обычных врагов</vt:lpstr>
      <vt:lpstr>Босс</vt:lpstr>
      <vt:lpstr>Данные</vt:lpstr>
      <vt:lpstr>Работа с данными</vt:lpstr>
      <vt:lpstr>Камеры</vt:lpstr>
      <vt:lpstr>Работа с камерами</vt:lpstr>
      <vt:lpstr>Заключение</vt:lpstr>
      <vt:lpstr>Выводы по работе</vt:lpstr>
      <vt:lpstr>Возможности для развития</vt:lpstr>
      <vt:lpstr>GAME OVER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Tower Defence</dc:title>
  <dc:creator>Саида Ярбилова</dc:creator>
  <cp:lastModifiedBy>Саида Ярбилова</cp:lastModifiedBy>
  <cp:revision>42</cp:revision>
  <dcterms:created xsi:type="dcterms:W3CDTF">2026-02-14T18:41:43Z</dcterms:created>
  <dcterms:modified xsi:type="dcterms:W3CDTF">2026-02-19T18:39:33Z</dcterms:modified>
</cp:coreProperties>
</file>